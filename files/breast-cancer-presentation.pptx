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52749D2E.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106_5154BF5A.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2" r:id="rId8"/>
    <p:sldId id="263" r:id="rId9"/>
    <p:sldId id="265" r:id="rId10"/>
    <p:sldId id="266" r:id="rId11"/>
  </p:sldIdLst>
  <p:sldSz cx="12192000" cy="6858000"/>
  <p:notesSz cx="6858000" cy="9144000"/>
  <p:defaultTextStyle>
    <a:defPPr>
      <a:defRPr lang="ar-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20BE62-321F-65C0-836B-79051B5F3CE8}" name="Afnan Alkhaibari" initials="AA" userId="ba59de9a8fa38bb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FE9755-AE20-4401-B62A-E02A38550167}" v="80" dt="2026-05-26T16:24:37.1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54" autoAdjust="0"/>
    <p:restoredTop sz="94660"/>
  </p:normalViewPr>
  <p:slideViewPr>
    <p:cSldViewPr snapToGrid="0">
      <p:cViewPr varScale="1">
        <p:scale>
          <a:sx n="62" d="100"/>
          <a:sy n="62" d="100"/>
        </p:scale>
        <p:origin x="40"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fnan Alkhaibari" userId="ba59de9a8fa38bbc" providerId="LiveId" clId="{E6E8A41F-AC67-45D7-82FF-B2448B3097AB}"/>
    <pc:docChg chg="undo redo custSel addSld delSld modSld sldOrd">
      <pc:chgData name="Afnan Alkhaibari" userId="ba59de9a8fa38bbc" providerId="LiveId" clId="{E6E8A41F-AC67-45D7-82FF-B2448B3097AB}" dt="2026-05-26T16:24:34.797" v="595"/>
      <pc:docMkLst>
        <pc:docMk/>
      </pc:docMkLst>
      <pc:sldChg chg="modSp mod">
        <pc:chgData name="Afnan Alkhaibari" userId="ba59de9a8fa38bbc" providerId="LiveId" clId="{E6E8A41F-AC67-45D7-82FF-B2448B3097AB}" dt="2026-05-25T06:44:57.724" v="423" actId="5793"/>
        <pc:sldMkLst>
          <pc:docMk/>
          <pc:sldMk cId="1712326634" sldId="257"/>
        </pc:sldMkLst>
        <pc:spChg chg="mod">
          <ac:chgData name="Afnan Alkhaibari" userId="ba59de9a8fa38bbc" providerId="LiveId" clId="{E6E8A41F-AC67-45D7-82FF-B2448B3097AB}" dt="2026-05-25T06:44:57.724" v="423" actId="5793"/>
          <ac:spMkLst>
            <pc:docMk/>
            <pc:sldMk cId="1712326634" sldId="257"/>
            <ac:spMk id="7" creationId="{EBD41FF6-74CA-7FF3-113F-88B006735438}"/>
          </ac:spMkLst>
        </pc:spChg>
      </pc:sldChg>
      <pc:sldChg chg="addSp delSp modSp mod">
        <pc:chgData name="Afnan Alkhaibari" userId="ba59de9a8fa38bbc" providerId="LiveId" clId="{E6E8A41F-AC67-45D7-82FF-B2448B3097AB}" dt="2026-05-26T14:48:57.211" v="594"/>
        <pc:sldMkLst>
          <pc:docMk/>
          <pc:sldMk cId="801297458" sldId="258"/>
        </pc:sldMkLst>
        <pc:spChg chg="mod">
          <ac:chgData name="Afnan Alkhaibari" userId="ba59de9a8fa38bbc" providerId="LiveId" clId="{E6E8A41F-AC67-45D7-82FF-B2448B3097AB}" dt="2026-05-25T06:59:32.236" v="571" actId="1076"/>
          <ac:spMkLst>
            <pc:docMk/>
            <pc:sldMk cId="801297458" sldId="258"/>
            <ac:spMk id="4" creationId="{DB6DC015-8F43-AA47-BA15-A703F67479D6}"/>
          </ac:spMkLst>
        </pc:spChg>
        <pc:spChg chg="mod">
          <ac:chgData name="Afnan Alkhaibari" userId="ba59de9a8fa38bbc" providerId="LiveId" clId="{E6E8A41F-AC67-45D7-82FF-B2448B3097AB}" dt="2026-05-25T07:00:22.991" v="576" actId="1076"/>
          <ac:spMkLst>
            <pc:docMk/>
            <pc:sldMk cId="801297458" sldId="258"/>
            <ac:spMk id="5" creationId="{D3884B45-029A-83BA-D0A8-7CAE737FDB8C}"/>
          </ac:spMkLst>
        </pc:spChg>
        <pc:spChg chg="add del mod">
          <ac:chgData name="Afnan Alkhaibari" userId="ba59de9a8fa38bbc" providerId="LiveId" clId="{E6E8A41F-AC67-45D7-82FF-B2448B3097AB}" dt="2026-05-25T06:04:40.589" v="5" actId="478"/>
          <ac:spMkLst>
            <pc:docMk/>
            <pc:sldMk cId="801297458" sldId="258"/>
            <ac:spMk id="6" creationId="{0A2D5938-C537-E93F-BAEA-22847FA9CAE3}"/>
          </ac:spMkLst>
        </pc:spChg>
        <pc:spChg chg="add del mod">
          <ac:chgData name="Afnan Alkhaibari" userId="ba59de9a8fa38bbc" providerId="LiveId" clId="{E6E8A41F-AC67-45D7-82FF-B2448B3097AB}" dt="2026-05-26T14:48:57.211" v="594"/>
          <ac:spMkLst>
            <pc:docMk/>
            <pc:sldMk cId="801297458" sldId="258"/>
            <ac:spMk id="7" creationId="{45F47573-1BB7-1ABA-2DCD-F6388ED7805F}"/>
          </ac:spMkLst>
        </pc:spChg>
        <pc:spChg chg="add del mod">
          <ac:chgData name="Afnan Alkhaibari" userId="ba59de9a8fa38bbc" providerId="LiveId" clId="{E6E8A41F-AC67-45D7-82FF-B2448B3097AB}" dt="2026-05-25T06:04:44.577" v="7" actId="478"/>
          <ac:spMkLst>
            <pc:docMk/>
            <pc:sldMk cId="801297458" sldId="258"/>
            <ac:spMk id="8" creationId="{392E95F6-C07A-633C-589F-19A26E8E1E3F}"/>
          </ac:spMkLst>
        </pc:spChg>
      </pc:sldChg>
      <pc:sldChg chg="addSp delSp modSp new mod">
        <pc:chgData name="Afnan Alkhaibari" userId="ba59de9a8fa38bbc" providerId="LiveId" clId="{E6E8A41F-AC67-45D7-82FF-B2448B3097AB}" dt="2026-05-25T06:45:42.417" v="440" actId="20577"/>
        <pc:sldMkLst>
          <pc:docMk/>
          <pc:sldMk cId="3133137622" sldId="259"/>
        </pc:sldMkLst>
        <pc:spChg chg="del">
          <ac:chgData name="Afnan Alkhaibari" userId="ba59de9a8fa38bbc" providerId="LiveId" clId="{E6E8A41F-AC67-45D7-82FF-B2448B3097AB}" dt="2026-05-25T06:07:43.080" v="36" actId="478"/>
          <ac:spMkLst>
            <pc:docMk/>
            <pc:sldMk cId="3133137622" sldId="259"/>
            <ac:spMk id="2" creationId="{641623BE-E238-B20F-7D8D-83B67F8A0B45}"/>
          </ac:spMkLst>
        </pc:spChg>
        <pc:spChg chg="del">
          <ac:chgData name="Afnan Alkhaibari" userId="ba59de9a8fa38bbc" providerId="LiveId" clId="{E6E8A41F-AC67-45D7-82FF-B2448B3097AB}" dt="2026-05-25T06:13:46.628" v="91" actId="1032"/>
          <ac:spMkLst>
            <pc:docMk/>
            <pc:sldMk cId="3133137622" sldId="259"/>
            <ac:spMk id="3" creationId="{03FA1528-F385-B107-6357-A7E92A34A9C0}"/>
          </ac:spMkLst>
        </pc:spChg>
        <pc:spChg chg="add mod">
          <ac:chgData name="Afnan Alkhaibari" userId="ba59de9a8fa38bbc" providerId="LiveId" clId="{E6E8A41F-AC67-45D7-82FF-B2448B3097AB}" dt="2026-05-25T06:45:42.417" v="440" actId="20577"/>
          <ac:spMkLst>
            <pc:docMk/>
            <pc:sldMk cId="3133137622" sldId="259"/>
            <ac:spMk id="5" creationId="{A86AF5A2-7427-C578-4352-83E8094ED737}"/>
          </ac:spMkLst>
        </pc:spChg>
        <pc:spChg chg="del mod topLvl">
          <ac:chgData name="Afnan Alkhaibari" userId="ba59de9a8fa38bbc" providerId="LiveId" clId="{E6E8A41F-AC67-45D7-82FF-B2448B3097AB}" dt="2026-05-25T06:18:30.298" v="140" actId="478"/>
          <ac:spMkLst>
            <pc:docMk/>
            <pc:sldMk cId="3133137622" sldId="259"/>
            <ac:spMk id="11" creationId="{CDD20CA2-95DF-C7A6-673A-4C57AD585FC3}"/>
          </ac:spMkLst>
        </pc:spChg>
        <pc:spChg chg="add del mod">
          <ac:chgData name="Afnan Alkhaibari" userId="ba59de9a8fa38bbc" providerId="LiveId" clId="{E6E8A41F-AC67-45D7-82FF-B2448B3097AB}" dt="2026-05-25T06:16:12.270" v="124" actId="478"/>
          <ac:spMkLst>
            <pc:docMk/>
            <pc:sldMk cId="3133137622" sldId="259"/>
            <ac:spMk id="12" creationId="{252C0B6D-B41B-5FB6-B8DB-FD4648F8C201}"/>
          </ac:spMkLst>
        </pc:spChg>
        <pc:spChg chg="del mod topLvl">
          <ac:chgData name="Afnan Alkhaibari" userId="ba59de9a8fa38bbc" providerId="LiveId" clId="{E6E8A41F-AC67-45D7-82FF-B2448B3097AB}" dt="2026-05-25T06:17:00.701" v="131" actId="478"/>
          <ac:spMkLst>
            <pc:docMk/>
            <pc:sldMk cId="3133137622" sldId="259"/>
            <ac:spMk id="13" creationId="{9D012C92-3659-0BF7-16D1-4D930A592608}"/>
          </ac:spMkLst>
        </pc:spChg>
        <pc:spChg chg="del mod topLvl">
          <ac:chgData name="Afnan Alkhaibari" userId="ba59de9a8fa38bbc" providerId="LiveId" clId="{E6E8A41F-AC67-45D7-82FF-B2448B3097AB}" dt="2026-05-25T06:18:42.486" v="147" actId="478"/>
          <ac:spMkLst>
            <pc:docMk/>
            <pc:sldMk cId="3133137622" sldId="259"/>
            <ac:spMk id="14" creationId="{1B33531A-3C47-EB2B-ED9F-D87FB1A9C6EF}"/>
          </ac:spMkLst>
        </pc:spChg>
        <pc:spChg chg="del mod topLvl">
          <ac:chgData name="Afnan Alkhaibari" userId="ba59de9a8fa38bbc" providerId="LiveId" clId="{E6E8A41F-AC67-45D7-82FF-B2448B3097AB}" dt="2026-05-25T06:18:37.247" v="144" actId="478"/>
          <ac:spMkLst>
            <pc:docMk/>
            <pc:sldMk cId="3133137622" sldId="259"/>
            <ac:spMk id="15" creationId="{AE9A5A3B-ADC8-3384-837F-8F28D52EE87C}"/>
          </ac:spMkLst>
        </pc:spChg>
        <pc:spChg chg="del mod ord topLvl">
          <ac:chgData name="Afnan Alkhaibari" userId="ba59de9a8fa38bbc" providerId="LiveId" clId="{E6E8A41F-AC67-45D7-82FF-B2448B3097AB}" dt="2026-05-25T06:18:28.886" v="139" actId="478"/>
          <ac:spMkLst>
            <pc:docMk/>
            <pc:sldMk cId="3133137622" sldId="259"/>
            <ac:spMk id="16" creationId="{5193411A-F109-E3E2-9677-F2D8CBD1977B}"/>
          </ac:spMkLst>
        </pc:spChg>
        <pc:spChg chg="del mod topLvl">
          <ac:chgData name="Afnan Alkhaibari" userId="ba59de9a8fa38bbc" providerId="LiveId" clId="{E6E8A41F-AC67-45D7-82FF-B2448B3097AB}" dt="2026-05-25T06:18:23.844" v="137" actId="12084"/>
          <ac:spMkLst>
            <pc:docMk/>
            <pc:sldMk cId="3133137622" sldId="259"/>
            <ac:spMk id="17" creationId="{4D878D96-A6F2-0E11-AE4B-C672D2A4A095}"/>
          </ac:spMkLst>
        </pc:spChg>
        <pc:spChg chg="del mod topLvl">
          <ac:chgData name="Afnan Alkhaibari" userId="ba59de9a8fa38bbc" providerId="LiveId" clId="{E6E8A41F-AC67-45D7-82FF-B2448B3097AB}" dt="2026-05-25T06:18:40.872" v="146" actId="478"/>
          <ac:spMkLst>
            <pc:docMk/>
            <pc:sldMk cId="3133137622" sldId="259"/>
            <ac:spMk id="18" creationId="{9ED1D7E3-1630-A2F7-287E-29DABAA798C0}"/>
          </ac:spMkLst>
        </pc:spChg>
        <pc:spChg chg="del mod topLvl">
          <ac:chgData name="Afnan Alkhaibari" userId="ba59de9a8fa38bbc" providerId="LiveId" clId="{E6E8A41F-AC67-45D7-82FF-B2448B3097AB}" dt="2026-05-25T06:18:39.404" v="145" actId="478"/>
          <ac:spMkLst>
            <pc:docMk/>
            <pc:sldMk cId="3133137622" sldId="259"/>
            <ac:spMk id="19" creationId="{000ECB39-1EBB-D2A0-0C04-DFE45AF65CFC}"/>
          </ac:spMkLst>
        </pc:spChg>
        <pc:spChg chg="add del mod">
          <ac:chgData name="Afnan Alkhaibari" userId="ba59de9a8fa38bbc" providerId="LiveId" clId="{E6E8A41F-AC67-45D7-82FF-B2448B3097AB}" dt="2026-05-25T06:18:27.616" v="138" actId="478"/>
          <ac:spMkLst>
            <pc:docMk/>
            <pc:sldMk cId="3133137622" sldId="259"/>
            <ac:spMk id="20" creationId="{221F2193-0435-DB36-63B8-A490C44739B0}"/>
          </ac:spMkLst>
        </pc:spChg>
        <pc:spChg chg="add del mod">
          <ac:chgData name="Afnan Alkhaibari" userId="ba59de9a8fa38bbc" providerId="LiveId" clId="{E6E8A41F-AC67-45D7-82FF-B2448B3097AB}" dt="2026-05-25T06:19:33.820" v="157" actId="478"/>
          <ac:spMkLst>
            <pc:docMk/>
            <pc:sldMk cId="3133137622" sldId="259"/>
            <ac:spMk id="22" creationId="{E229CCA4-855A-733D-5A31-800EC63D4C47}"/>
          </ac:spMkLst>
        </pc:spChg>
        <pc:spChg chg="mod">
          <ac:chgData name="Afnan Alkhaibari" userId="ba59de9a8fa38bbc" providerId="LiveId" clId="{E6E8A41F-AC67-45D7-82FF-B2448B3097AB}" dt="2026-05-25T06:23:50.711" v="196" actId="18245"/>
          <ac:spMkLst>
            <pc:docMk/>
            <pc:sldMk cId="3133137622" sldId="259"/>
            <ac:spMk id="24" creationId="{4B79B616-0EEE-94A5-73FD-04BB1A72A678}"/>
          </ac:spMkLst>
        </pc:spChg>
        <pc:spChg chg="mod">
          <ac:chgData name="Afnan Alkhaibari" userId="ba59de9a8fa38bbc" providerId="LiveId" clId="{E6E8A41F-AC67-45D7-82FF-B2448B3097AB}" dt="2026-05-25T06:23:50.711" v="196" actId="18245"/>
          <ac:spMkLst>
            <pc:docMk/>
            <pc:sldMk cId="3133137622" sldId="259"/>
            <ac:spMk id="25" creationId="{7929B8A0-855D-02E7-D8C3-D7E067C2FA80}"/>
          </ac:spMkLst>
        </pc:spChg>
        <pc:spChg chg="mod">
          <ac:chgData name="Afnan Alkhaibari" userId="ba59de9a8fa38bbc" providerId="LiveId" clId="{E6E8A41F-AC67-45D7-82FF-B2448B3097AB}" dt="2026-05-25T06:23:50.711" v="196" actId="18245"/>
          <ac:spMkLst>
            <pc:docMk/>
            <pc:sldMk cId="3133137622" sldId="259"/>
            <ac:spMk id="26" creationId="{C853184B-DBAA-D458-15F3-6DD9727BF656}"/>
          </ac:spMkLst>
        </pc:spChg>
        <pc:spChg chg="mod">
          <ac:chgData name="Afnan Alkhaibari" userId="ba59de9a8fa38bbc" providerId="LiveId" clId="{E6E8A41F-AC67-45D7-82FF-B2448B3097AB}" dt="2026-05-25T06:23:50.711" v="196" actId="18245"/>
          <ac:spMkLst>
            <pc:docMk/>
            <pc:sldMk cId="3133137622" sldId="259"/>
            <ac:spMk id="27" creationId="{1143F037-C88A-C3DC-9E2D-5D2619F6EB0F}"/>
          </ac:spMkLst>
        </pc:spChg>
        <pc:spChg chg="mod">
          <ac:chgData name="Afnan Alkhaibari" userId="ba59de9a8fa38bbc" providerId="LiveId" clId="{E6E8A41F-AC67-45D7-82FF-B2448B3097AB}" dt="2026-05-25T06:23:50.711" v="196" actId="18245"/>
          <ac:spMkLst>
            <pc:docMk/>
            <pc:sldMk cId="3133137622" sldId="259"/>
            <ac:spMk id="28" creationId="{85E01F50-8C4D-6B42-32BE-447C526484E0}"/>
          </ac:spMkLst>
        </pc:spChg>
        <pc:spChg chg="mod">
          <ac:chgData name="Afnan Alkhaibari" userId="ba59de9a8fa38bbc" providerId="LiveId" clId="{E6E8A41F-AC67-45D7-82FF-B2448B3097AB}" dt="2026-05-25T06:23:50.711" v="196" actId="18245"/>
          <ac:spMkLst>
            <pc:docMk/>
            <pc:sldMk cId="3133137622" sldId="259"/>
            <ac:spMk id="29" creationId="{CC74D413-9F20-5B0D-2ED0-E78FFA702C8B}"/>
          </ac:spMkLst>
        </pc:spChg>
        <pc:spChg chg="mod">
          <ac:chgData name="Afnan Alkhaibari" userId="ba59de9a8fa38bbc" providerId="LiveId" clId="{E6E8A41F-AC67-45D7-82FF-B2448B3097AB}" dt="2026-05-25T06:23:50.711" v="196" actId="18245"/>
          <ac:spMkLst>
            <pc:docMk/>
            <pc:sldMk cId="3133137622" sldId="259"/>
            <ac:spMk id="30" creationId="{E0ADE61E-2E3A-157D-4CEA-17CEABE92F2C}"/>
          </ac:spMkLst>
        </pc:spChg>
        <pc:spChg chg="mod">
          <ac:chgData name="Afnan Alkhaibari" userId="ba59de9a8fa38bbc" providerId="LiveId" clId="{E6E8A41F-AC67-45D7-82FF-B2448B3097AB}" dt="2026-05-25T06:23:50.711" v="196" actId="18245"/>
          <ac:spMkLst>
            <pc:docMk/>
            <pc:sldMk cId="3133137622" sldId="259"/>
            <ac:spMk id="31" creationId="{03D7765C-C78A-5916-D9DF-2B62A26FBFED}"/>
          </ac:spMkLst>
        </pc:spChg>
        <pc:spChg chg="mod">
          <ac:chgData name="Afnan Alkhaibari" userId="ba59de9a8fa38bbc" providerId="LiveId" clId="{E6E8A41F-AC67-45D7-82FF-B2448B3097AB}" dt="2026-05-25T06:23:50.711" v="196" actId="18245"/>
          <ac:spMkLst>
            <pc:docMk/>
            <pc:sldMk cId="3133137622" sldId="259"/>
            <ac:spMk id="32" creationId="{E83EBEA3-16B7-6C6A-2420-4864B094C0D0}"/>
          </ac:spMkLst>
        </pc:spChg>
        <pc:spChg chg="mod">
          <ac:chgData name="Afnan Alkhaibari" userId="ba59de9a8fa38bbc" providerId="LiveId" clId="{E6E8A41F-AC67-45D7-82FF-B2448B3097AB}" dt="2026-05-25T06:23:50.711" v="196" actId="18245"/>
          <ac:spMkLst>
            <pc:docMk/>
            <pc:sldMk cId="3133137622" sldId="259"/>
            <ac:spMk id="33" creationId="{04670D0A-658B-65D6-9E93-103CA75EDE8C}"/>
          </ac:spMkLst>
        </pc:spChg>
        <pc:grpChg chg="del mod">
          <ac:chgData name="Afnan Alkhaibari" userId="ba59de9a8fa38bbc" providerId="LiveId" clId="{E6E8A41F-AC67-45D7-82FF-B2448B3097AB}" dt="2026-05-25T06:16:40.077" v="127" actId="165"/>
          <ac:grpSpMkLst>
            <pc:docMk/>
            <pc:sldMk cId="3133137622" sldId="259"/>
            <ac:grpSpMk id="10" creationId="{59222FD3-B4FD-8D53-C16D-550FF84F677E}"/>
          </ac:grpSpMkLst>
        </pc:grpChg>
        <pc:graphicFrameChg chg="add del mod modGraphic">
          <ac:chgData name="Afnan Alkhaibari" userId="ba59de9a8fa38bbc" providerId="LiveId" clId="{E6E8A41F-AC67-45D7-82FF-B2448B3097AB}" dt="2026-05-25T06:15:16.065" v="115" actId="18245"/>
          <ac:graphicFrameMkLst>
            <pc:docMk/>
            <pc:sldMk cId="3133137622" sldId="259"/>
            <ac:graphicFrameMk id="9" creationId="{88E27BCD-95E0-3731-B294-148433BA6CB8}"/>
          </ac:graphicFrameMkLst>
        </pc:graphicFrameChg>
        <pc:graphicFrameChg chg="add mod modGraphic">
          <ac:chgData name="Afnan Alkhaibari" userId="ba59de9a8fa38bbc" providerId="LiveId" clId="{E6E8A41F-AC67-45D7-82FF-B2448B3097AB}" dt="2026-05-25T06:25:01.586" v="201" actId="12100"/>
          <ac:graphicFrameMkLst>
            <pc:docMk/>
            <pc:sldMk cId="3133137622" sldId="259"/>
            <ac:graphicFrameMk id="21" creationId="{9C33F22E-5C06-BD10-4052-1758B872CEC6}"/>
          </ac:graphicFrameMkLst>
        </pc:graphicFrameChg>
      </pc:sldChg>
      <pc:sldChg chg="delSp modSp add del mod">
        <pc:chgData name="Afnan Alkhaibari" userId="ba59de9a8fa38bbc" providerId="LiveId" clId="{E6E8A41F-AC67-45D7-82FF-B2448B3097AB}" dt="2026-05-25T06:09:11.345" v="66" actId="2696"/>
        <pc:sldMkLst>
          <pc:docMk/>
          <pc:sldMk cId="1308975844" sldId="260"/>
        </pc:sldMkLst>
        <pc:spChg chg="del mod">
          <ac:chgData name="Afnan Alkhaibari" userId="ba59de9a8fa38bbc" providerId="LiveId" clId="{E6E8A41F-AC67-45D7-82FF-B2448B3097AB}" dt="2026-05-25T06:09:02.913" v="65"/>
          <ac:spMkLst>
            <pc:docMk/>
            <pc:sldMk cId="1308975844" sldId="260"/>
            <ac:spMk id="4" creationId="{80B5E9E7-5315-7D4D-7490-27455D570C1F}"/>
          </ac:spMkLst>
        </pc:spChg>
      </pc:sldChg>
      <pc:sldChg chg="modSp add mod">
        <pc:chgData name="Afnan Alkhaibari" userId="ba59de9a8fa38bbc" providerId="LiveId" clId="{E6E8A41F-AC67-45D7-82FF-B2448B3097AB}" dt="2026-05-25T06:50:14.799" v="495" actId="20577"/>
        <pc:sldMkLst>
          <pc:docMk/>
          <pc:sldMk cId="2152390211" sldId="260"/>
        </pc:sldMkLst>
        <pc:spChg chg="mod">
          <ac:chgData name="Afnan Alkhaibari" userId="ba59de9a8fa38bbc" providerId="LiveId" clId="{E6E8A41F-AC67-45D7-82FF-B2448B3097AB}" dt="2026-05-25T06:50:14.799" v="495" actId="20577"/>
          <ac:spMkLst>
            <pc:docMk/>
            <pc:sldMk cId="2152390211" sldId="260"/>
            <ac:spMk id="4" creationId="{4C6227D3-8D51-6C84-6B09-0B8D74248D17}"/>
          </ac:spMkLst>
        </pc:spChg>
        <pc:spChg chg="mod">
          <ac:chgData name="Afnan Alkhaibari" userId="ba59de9a8fa38bbc" providerId="LiveId" clId="{E6E8A41F-AC67-45D7-82FF-B2448B3097AB}" dt="2026-05-25T06:50:06.832" v="493" actId="1076"/>
          <ac:spMkLst>
            <pc:docMk/>
            <pc:sldMk cId="2152390211" sldId="260"/>
            <ac:spMk id="5" creationId="{8434C663-5EC2-0B2E-6385-FB5EAFE6A7E6}"/>
          </ac:spMkLst>
        </pc:spChg>
        <pc:spChg chg="mod">
          <ac:chgData name="Afnan Alkhaibari" userId="ba59de9a8fa38bbc" providerId="LiveId" clId="{E6E8A41F-AC67-45D7-82FF-B2448B3097AB}" dt="2026-05-25T06:50:11.552" v="494" actId="403"/>
          <ac:spMkLst>
            <pc:docMk/>
            <pc:sldMk cId="2152390211" sldId="260"/>
            <ac:spMk id="7" creationId="{4FAEBE56-340B-22A8-B92B-E672D82FF6FA}"/>
          </ac:spMkLst>
        </pc:spChg>
      </pc:sldChg>
      <pc:sldChg chg="delSp modSp add mod ord">
        <pc:chgData name="Afnan Alkhaibari" userId="ba59de9a8fa38bbc" providerId="LiveId" clId="{E6E8A41F-AC67-45D7-82FF-B2448B3097AB}" dt="2026-05-25T06:32:57.535" v="236" actId="403"/>
        <pc:sldMkLst>
          <pc:docMk/>
          <pc:sldMk cId="2581306444" sldId="261"/>
        </pc:sldMkLst>
        <pc:spChg chg="mod">
          <ac:chgData name="Afnan Alkhaibari" userId="ba59de9a8fa38bbc" providerId="LiveId" clId="{E6E8A41F-AC67-45D7-82FF-B2448B3097AB}" dt="2026-05-25T06:32:57.535" v="236" actId="403"/>
          <ac:spMkLst>
            <pc:docMk/>
            <pc:sldMk cId="2581306444" sldId="261"/>
            <ac:spMk id="4" creationId="{805E8C8E-788A-E343-1CFC-89D6EFF123B9}"/>
          </ac:spMkLst>
        </pc:spChg>
        <pc:spChg chg="del">
          <ac:chgData name="Afnan Alkhaibari" userId="ba59de9a8fa38bbc" providerId="LiveId" clId="{E6E8A41F-AC67-45D7-82FF-B2448B3097AB}" dt="2026-05-25T06:32:16.741" v="226" actId="478"/>
          <ac:spMkLst>
            <pc:docMk/>
            <pc:sldMk cId="2581306444" sldId="261"/>
            <ac:spMk id="5" creationId="{A93C31DB-A8D0-5ACA-4002-F2442D2A7816}"/>
          </ac:spMkLst>
        </pc:spChg>
        <pc:spChg chg="mod">
          <ac:chgData name="Afnan Alkhaibari" userId="ba59de9a8fa38bbc" providerId="LiveId" clId="{E6E8A41F-AC67-45D7-82FF-B2448B3097AB}" dt="2026-05-25T06:32:49.231" v="233" actId="404"/>
          <ac:spMkLst>
            <pc:docMk/>
            <pc:sldMk cId="2581306444" sldId="261"/>
            <ac:spMk id="7" creationId="{9BEA92AE-36A8-97BF-838E-06F9E996A086}"/>
          </ac:spMkLst>
        </pc:spChg>
      </pc:sldChg>
      <pc:sldChg chg="addSp modSp new mod ord">
        <pc:chgData name="Afnan Alkhaibari" userId="ba59de9a8fa38bbc" providerId="LiveId" clId="{E6E8A41F-AC67-45D7-82FF-B2448B3097AB}" dt="2026-05-25T08:17:55.575" v="582"/>
        <pc:sldMkLst>
          <pc:docMk/>
          <pc:sldMk cId="1364508506" sldId="262"/>
        </pc:sldMkLst>
        <pc:spChg chg="add mod">
          <ac:chgData name="Afnan Alkhaibari" userId="ba59de9a8fa38bbc" providerId="LiveId" clId="{E6E8A41F-AC67-45D7-82FF-B2448B3097AB}" dt="2026-05-25T06:56:24.702" v="568" actId="1076"/>
          <ac:spMkLst>
            <pc:docMk/>
            <pc:sldMk cId="1364508506" sldId="262"/>
            <ac:spMk id="2" creationId="{BD9C6D3D-BC7D-123E-E661-2DDF0974EEE8}"/>
          </ac:spMkLst>
        </pc:spChg>
        <pc:graphicFrameChg chg="add mod modGraphic">
          <ac:chgData name="Afnan Alkhaibari" userId="ba59de9a8fa38bbc" providerId="LiveId" clId="{E6E8A41F-AC67-45D7-82FF-B2448B3097AB}" dt="2026-05-25T06:56:19.517" v="567" actId="1076"/>
          <ac:graphicFrameMkLst>
            <pc:docMk/>
            <pc:sldMk cId="1364508506" sldId="262"/>
            <ac:graphicFrameMk id="3" creationId="{F50035F1-FB88-5301-9B9B-1A35D1451615}"/>
          </ac:graphicFrameMkLst>
        </pc:graphicFrameChg>
      </pc:sldChg>
      <pc:sldChg chg="addSp modSp new mod">
        <pc:chgData name="Afnan Alkhaibari" userId="ba59de9a8fa38bbc" providerId="LiveId" clId="{E6E8A41F-AC67-45D7-82FF-B2448B3097AB}" dt="2026-05-25T06:53:20.092" v="547" actId="20577"/>
        <pc:sldMkLst>
          <pc:docMk/>
          <pc:sldMk cId="818661113" sldId="263"/>
        </pc:sldMkLst>
        <pc:spChg chg="add mod">
          <ac:chgData name="Afnan Alkhaibari" userId="ba59de9a8fa38bbc" providerId="LiveId" clId="{E6E8A41F-AC67-45D7-82FF-B2448B3097AB}" dt="2026-05-25T06:49:00.012" v="482" actId="403"/>
          <ac:spMkLst>
            <pc:docMk/>
            <pc:sldMk cId="818661113" sldId="263"/>
            <ac:spMk id="2" creationId="{CC1A2293-5EDB-E684-40D0-C68C9D85BF2E}"/>
          </ac:spMkLst>
        </pc:spChg>
        <pc:spChg chg="add mod">
          <ac:chgData name="Afnan Alkhaibari" userId="ba59de9a8fa38bbc" providerId="LiveId" clId="{E6E8A41F-AC67-45D7-82FF-B2448B3097AB}" dt="2026-05-25T06:48:48.816" v="481" actId="1076"/>
          <ac:spMkLst>
            <pc:docMk/>
            <pc:sldMk cId="818661113" sldId="263"/>
            <ac:spMk id="3" creationId="{48706E8F-3582-3364-B654-0A521E3A8C33}"/>
          </ac:spMkLst>
        </pc:spChg>
        <pc:spChg chg="add mod">
          <ac:chgData name="Afnan Alkhaibari" userId="ba59de9a8fa38bbc" providerId="LiveId" clId="{E6E8A41F-AC67-45D7-82FF-B2448B3097AB}" dt="2026-05-25T06:51:54.582" v="508"/>
          <ac:spMkLst>
            <pc:docMk/>
            <pc:sldMk cId="818661113" sldId="263"/>
            <ac:spMk id="4" creationId="{9B24C16E-A8BD-24CA-4483-C02A61AE3344}"/>
          </ac:spMkLst>
        </pc:spChg>
        <pc:spChg chg="add mod">
          <ac:chgData name="Afnan Alkhaibari" userId="ba59de9a8fa38bbc" providerId="LiveId" clId="{E6E8A41F-AC67-45D7-82FF-B2448B3097AB}" dt="2026-05-25T06:51:29.263" v="503" actId="1076"/>
          <ac:spMkLst>
            <pc:docMk/>
            <pc:sldMk cId="818661113" sldId="263"/>
            <ac:spMk id="5" creationId="{D9569B5D-EC6F-4209-3E23-17BE56381F86}"/>
          </ac:spMkLst>
        </pc:spChg>
        <pc:spChg chg="add mod">
          <ac:chgData name="Afnan Alkhaibari" userId="ba59de9a8fa38bbc" providerId="LiveId" clId="{E6E8A41F-AC67-45D7-82FF-B2448B3097AB}" dt="2026-05-25T06:53:20.092" v="547" actId="20577"/>
          <ac:spMkLst>
            <pc:docMk/>
            <pc:sldMk cId="818661113" sldId="263"/>
            <ac:spMk id="6" creationId="{0D7F0357-AF4F-20D0-7ECB-10993A6BF480}"/>
          </ac:spMkLst>
        </pc:spChg>
      </pc:sldChg>
      <pc:sldChg chg="addSp delSp modSp new del mod">
        <pc:chgData name="Afnan Alkhaibari" userId="ba59de9a8fa38bbc" providerId="LiveId" clId="{E6E8A41F-AC67-45D7-82FF-B2448B3097AB}" dt="2026-05-25T06:51:47.408" v="506" actId="2696"/>
        <pc:sldMkLst>
          <pc:docMk/>
          <pc:sldMk cId="27937558" sldId="264"/>
        </pc:sldMkLst>
        <pc:spChg chg="del">
          <ac:chgData name="Afnan Alkhaibari" userId="ba59de9a8fa38bbc" providerId="LiveId" clId="{E6E8A41F-AC67-45D7-82FF-B2448B3097AB}" dt="2026-05-25T06:42:37.043" v="391" actId="478"/>
          <ac:spMkLst>
            <pc:docMk/>
            <pc:sldMk cId="27937558" sldId="264"/>
            <ac:spMk id="2" creationId="{DFBFC625-DC81-B8C6-3422-DF18F82FF216}"/>
          </ac:spMkLst>
        </pc:spChg>
        <pc:spChg chg="del mod">
          <ac:chgData name="Afnan Alkhaibari" userId="ba59de9a8fa38bbc" providerId="LiveId" clId="{E6E8A41F-AC67-45D7-82FF-B2448B3097AB}" dt="2026-05-25T06:51:43.692" v="505" actId="21"/>
          <ac:spMkLst>
            <pc:docMk/>
            <pc:sldMk cId="27937558" sldId="264"/>
            <ac:spMk id="3" creationId="{9B24C16E-A8BD-24CA-4483-C02A61AE3344}"/>
          </ac:spMkLst>
        </pc:spChg>
        <pc:spChg chg="add del mod">
          <ac:chgData name="Afnan Alkhaibari" userId="ba59de9a8fa38bbc" providerId="LiveId" clId="{E6E8A41F-AC67-45D7-82FF-B2448B3097AB}" dt="2026-05-25T06:51:10.807" v="498" actId="21"/>
          <ac:spMkLst>
            <pc:docMk/>
            <pc:sldMk cId="27937558" sldId="264"/>
            <ac:spMk id="5" creationId="{D9569B5D-EC6F-4209-3E23-17BE56381F86}"/>
          </ac:spMkLst>
        </pc:spChg>
        <pc:spChg chg="add mod">
          <ac:chgData name="Afnan Alkhaibari" userId="ba59de9a8fa38bbc" providerId="LiveId" clId="{E6E8A41F-AC67-45D7-82FF-B2448B3097AB}" dt="2026-05-25T06:51:43.692" v="505" actId="21"/>
          <ac:spMkLst>
            <pc:docMk/>
            <pc:sldMk cId="27937558" sldId="264"/>
            <ac:spMk id="7" creationId="{0B3091E7-9E5C-ACD6-C1E2-E67669ACBFD9}"/>
          </ac:spMkLst>
        </pc:spChg>
      </pc:sldChg>
      <pc:sldChg chg="addSp delSp modSp new mod">
        <pc:chgData name="Afnan Alkhaibari" userId="ba59de9a8fa38bbc" providerId="LiveId" clId="{E6E8A41F-AC67-45D7-82FF-B2448B3097AB}" dt="2026-05-25T06:55:55.682" v="566" actId="1076"/>
        <pc:sldMkLst>
          <pc:docMk/>
          <pc:sldMk cId="3105120051" sldId="265"/>
        </pc:sldMkLst>
        <pc:spChg chg="del">
          <ac:chgData name="Afnan Alkhaibari" userId="ba59de9a8fa38bbc" providerId="LiveId" clId="{E6E8A41F-AC67-45D7-82FF-B2448B3097AB}" dt="2026-05-25T06:46:09.431" v="443" actId="478"/>
          <ac:spMkLst>
            <pc:docMk/>
            <pc:sldMk cId="3105120051" sldId="265"/>
            <ac:spMk id="2" creationId="{201AD2BB-C13C-E7CA-BFA9-5F590E070B80}"/>
          </ac:spMkLst>
        </pc:spChg>
        <pc:spChg chg="del">
          <ac:chgData name="Afnan Alkhaibari" userId="ba59de9a8fa38bbc" providerId="LiveId" clId="{E6E8A41F-AC67-45D7-82FF-B2448B3097AB}" dt="2026-05-25T06:46:04.810" v="442" actId="478"/>
          <ac:spMkLst>
            <pc:docMk/>
            <pc:sldMk cId="3105120051" sldId="265"/>
            <ac:spMk id="3" creationId="{355DD55B-0F94-547C-32CA-F8B19588B77D}"/>
          </ac:spMkLst>
        </pc:spChg>
        <pc:spChg chg="add mod">
          <ac:chgData name="Afnan Alkhaibari" userId="ba59de9a8fa38bbc" providerId="LiveId" clId="{E6E8A41F-AC67-45D7-82FF-B2448B3097AB}" dt="2026-05-25T06:55:55.682" v="566" actId="1076"/>
          <ac:spMkLst>
            <pc:docMk/>
            <pc:sldMk cId="3105120051" sldId="265"/>
            <ac:spMk id="5" creationId="{82FE40CF-6A19-8D4A-0367-33DB8369FD16}"/>
          </ac:spMkLst>
        </pc:spChg>
        <pc:spChg chg="add mod">
          <ac:chgData name="Afnan Alkhaibari" userId="ba59de9a8fa38bbc" providerId="LiveId" clId="{E6E8A41F-AC67-45D7-82FF-B2448B3097AB}" dt="2026-05-25T06:55:52.161" v="565" actId="1076"/>
          <ac:spMkLst>
            <pc:docMk/>
            <pc:sldMk cId="3105120051" sldId="265"/>
            <ac:spMk id="7" creationId="{AF38DF83-48BE-0DB3-019D-B17C32944DC0}"/>
          </ac:spMkLst>
        </pc:spChg>
      </pc:sldChg>
      <pc:sldChg chg="addSp modSp new mod">
        <pc:chgData name="Afnan Alkhaibari" userId="ba59de9a8fa38bbc" providerId="LiveId" clId="{E6E8A41F-AC67-45D7-82FF-B2448B3097AB}" dt="2026-05-26T16:24:34.797" v="595"/>
        <pc:sldMkLst>
          <pc:docMk/>
          <pc:sldMk cId="1567614817" sldId="266"/>
        </pc:sldMkLst>
        <pc:spChg chg="add mod">
          <ac:chgData name="Afnan Alkhaibari" userId="ba59de9a8fa38bbc" providerId="LiveId" clId="{E6E8A41F-AC67-45D7-82FF-B2448B3097AB}" dt="2026-05-26T16:24:34.797" v="595"/>
          <ac:spMkLst>
            <pc:docMk/>
            <pc:sldMk cId="1567614817" sldId="266"/>
            <ac:spMk id="3" creationId="{C127EBAF-C391-BEF3-3EEE-0C1EF785C392}"/>
          </ac:spMkLst>
        </pc:spChg>
      </pc:sldChg>
    </pc:docChg>
  </pc:docChgLst>
</pc:chgInfo>
</file>

<file path=ppt/comments/modernComment_100_52749D2E.xml><?xml version="1.0" encoding="utf-8"?>
<p188:cmLst xmlns:a="http://schemas.openxmlformats.org/drawingml/2006/main" xmlns:r="http://schemas.openxmlformats.org/officeDocument/2006/relationships" xmlns:p188="http://schemas.microsoft.com/office/powerpoint/2018/8/main">
  <p188:cm id="{2245D39A-0BB6-4D4B-BF47-DCB7376A8B63}" authorId="{6A20BE62-321F-65C0-836B-79051B5F3CE8}" created="2026-05-25T06:58:28.260">
    <pc:sldMkLst xmlns:pc="http://schemas.microsoft.com/office/powerpoint/2013/main/command">
      <pc:docMk/>
      <pc:sldMk cId="1383374126" sldId="256"/>
    </pc:sldMkLst>
    <p188:txBody>
      <a:bodyPr/>
      <a:lstStyle/>
      <a:p>
        <a:r>
          <a:rPr lang="ar-SA"/>
          <a:t>Breast cancer remains one of the most common cancers among women worldwide. Early prediction is essential for improving survival rates, and machine learning methods such as XGBoost may help improve prediction accuracy and reproducibility.</a:t>
        </a:r>
      </a:p>
    </p188:txBody>
  </p188:cm>
</p188:cmLst>
</file>

<file path=ppt/comments/modernComment_106_5154BF5A.xml><?xml version="1.0" encoding="utf-8"?>
<p188:cmLst xmlns:a="http://schemas.openxmlformats.org/drawingml/2006/main" xmlns:r="http://schemas.openxmlformats.org/officeDocument/2006/relationships" xmlns:p188="http://schemas.microsoft.com/office/powerpoint/2018/8/main">
  <p188:cm id="{32E2239C-CFC0-4213-9B56-044983F2DE75}" authorId="{6A20BE62-321F-65C0-836B-79051B5F3CE8}" created="2026-05-25T06:40:20.739">
    <pc:sldMkLst xmlns:pc="http://schemas.microsoft.com/office/powerpoint/2013/main/command">
      <pc:docMk/>
      <pc:sldMk cId="1364508506" sldId="262"/>
    </pc:sldMkLst>
    <p188:txBody>
      <a:bodyPr/>
      <a:lstStyle/>
      <a:p>
        <a:r>
          <a:rPr lang="ar-SA"/>
          <a:t>Ensemble models consistently outperform many traditional methods.
</a:t>
        </a:r>
      </a:p>
    </p188:txBody>
  </p188:cm>
</p188:cmLst>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9DD830-984D-4059-9C04-DCC3D5E22C84}" type="doc">
      <dgm:prSet loTypeId="urn:microsoft.com/office/officeart/2005/8/layout/hProcess9" loCatId="process" qsTypeId="urn:microsoft.com/office/officeart/2005/8/quickstyle/3d2" qsCatId="3D" csTypeId="urn:microsoft.com/office/officeart/2005/8/colors/accent1_1" csCatId="accent1" phldr="1"/>
      <dgm:spPr/>
      <dgm:t>
        <a:bodyPr/>
        <a:lstStyle/>
        <a:p>
          <a:pPr rtl="1"/>
          <a:endParaRPr lang="ar-SA"/>
        </a:p>
      </dgm:t>
    </dgm:pt>
    <dgm:pt modelId="{D7C6648D-4CA4-42BF-BFDD-E21E8F58061B}">
      <dgm:prSet phldrT="[Text]"/>
      <dgm:spPr/>
      <dgm:t>
        <a:bodyPr/>
        <a:lstStyle/>
        <a:p>
          <a:pPr rtl="1">
            <a:buNone/>
          </a:pPr>
          <a:r>
            <a:rPr lang="ar-SA" b="1" dirty="0" err="1"/>
            <a:t>Dataset</a:t>
          </a:r>
          <a:r>
            <a:rPr lang="ar-SA" b="1" dirty="0"/>
            <a:t> </a:t>
          </a:r>
          <a:r>
            <a:rPr lang="ar-SA" b="1" dirty="0" err="1"/>
            <a:t>Collection</a:t>
          </a:r>
          <a:br>
            <a:rPr lang="ar-SA" b="1" dirty="0"/>
          </a:br>
          <a:endParaRPr lang="ar-SA" b="1" dirty="0"/>
        </a:p>
      </dgm:t>
    </dgm:pt>
    <dgm:pt modelId="{AF093099-12B9-4CB1-B377-A1C898A426B9}" type="parTrans" cxnId="{C9795325-9FFD-4CAC-8B6E-C14C8952DF22}">
      <dgm:prSet/>
      <dgm:spPr/>
      <dgm:t>
        <a:bodyPr/>
        <a:lstStyle/>
        <a:p>
          <a:pPr rtl="1"/>
          <a:endParaRPr lang="ar-SA"/>
        </a:p>
      </dgm:t>
    </dgm:pt>
    <dgm:pt modelId="{4BBC1924-3F8C-4C53-8209-9467F04150CB}" type="sibTrans" cxnId="{C9795325-9FFD-4CAC-8B6E-C14C8952DF22}">
      <dgm:prSet/>
      <dgm:spPr/>
      <dgm:t>
        <a:bodyPr/>
        <a:lstStyle/>
        <a:p>
          <a:pPr rtl="1"/>
          <a:endParaRPr lang="ar-SA"/>
        </a:p>
      </dgm:t>
    </dgm:pt>
    <dgm:pt modelId="{1EF6FD38-BD13-4593-BBD6-700885D41F1E}">
      <dgm:prSet phldrT="[Text]" phldr="0"/>
      <dgm:spPr/>
      <dgm:t>
        <a:bodyPr/>
        <a:lstStyle/>
        <a:p>
          <a:pPr rtl="1">
            <a:buNone/>
          </a:pPr>
          <a:r>
            <a:rPr lang="ar-SA" b="1" dirty="0" err="1"/>
            <a:t>Data</a:t>
          </a:r>
          <a:r>
            <a:rPr lang="ar-SA" b="1" dirty="0"/>
            <a:t> </a:t>
          </a:r>
          <a:r>
            <a:rPr lang="ar-SA" b="1" dirty="0" err="1"/>
            <a:t>Preprocessing</a:t>
          </a:r>
          <a:endParaRPr lang="ar-SA" b="1" dirty="0"/>
        </a:p>
      </dgm:t>
    </dgm:pt>
    <dgm:pt modelId="{495FA599-BA12-42DB-AC15-287C7ECC618A}" type="parTrans" cxnId="{74C5A3F7-71A7-46EC-85A8-792A25E6C88C}">
      <dgm:prSet/>
      <dgm:spPr/>
      <dgm:t>
        <a:bodyPr/>
        <a:lstStyle/>
        <a:p>
          <a:pPr rtl="1"/>
          <a:endParaRPr lang="ar-SA"/>
        </a:p>
      </dgm:t>
    </dgm:pt>
    <dgm:pt modelId="{457A5C29-1F69-47DD-BA46-72F17A8D196A}" type="sibTrans" cxnId="{74C5A3F7-71A7-46EC-85A8-792A25E6C88C}">
      <dgm:prSet/>
      <dgm:spPr/>
      <dgm:t>
        <a:bodyPr/>
        <a:lstStyle/>
        <a:p>
          <a:pPr rtl="1"/>
          <a:endParaRPr lang="ar-SA"/>
        </a:p>
      </dgm:t>
    </dgm:pt>
    <dgm:pt modelId="{4D4C0596-D366-4113-ACD4-E7019CF6808D}">
      <dgm:prSet phldrT="[Text]"/>
      <dgm:spPr/>
      <dgm:t>
        <a:bodyPr/>
        <a:lstStyle/>
        <a:p>
          <a:pPr rtl="1">
            <a:buNone/>
          </a:pPr>
          <a:r>
            <a:rPr lang="ar-SA" b="1" err="1"/>
            <a:t>Feature</a:t>
          </a:r>
          <a:r>
            <a:rPr lang="ar-SA" b="1"/>
            <a:t> Selection</a:t>
          </a:r>
          <a:endParaRPr lang="ar-SA" b="1" dirty="0"/>
        </a:p>
      </dgm:t>
    </dgm:pt>
    <dgm:pt modelId="{766C57AA-5F71-4701-8ABB-10A1B296EF09}" type="parTrans" cxnId="{09402EDD-04F7-410C-AB0F-0C4C61DE71B1}">
      <dgm:prSet/>
      <dgm:spPr/>
      <dgm:t>
        <a:bodyPr/>
        <a:lstStyle/>
        <a:p>
          <a:pPr rtl="1"/>
          <a:endParaRPr lang="ar-SA"/>
        </a:p>
      </dgm:t>
    </dgm:pt>
    <dgm:pt modelId="{A91268F0-8EDC-4DB2-BA00-6DB02712DE2A}" type="sibTrans" cxnId="{09402EDD-04F7-410C-AB0F-0C4C61DE71B1}">
      <dgm:prSet/>
      <dgm:spPr/>
      <dgm:t>
        <a:bodyPr/>
        <a:lstStyle/>
        <a:p>
          <a:pPr rtl="1"/>
          <a:endParaRPr lang="ar-SA"/>
        </a:p>
      </dgm:t>
    </dgm:pt>
    <dgm:pt modelId="{7E1C53A9-B0AA-4148-B90B-B7BA84425DBF}">
      <dgm:prSet phldrT="[Text]"/>
      <dgm:spPr/>
      <dgm:t>
        <a:bodyPr/>
        <a:lstStyle/>
        <a:p>
          <a:pPr rtl="1">
            <a:buNone/>
          </a:pPr>
          <a:r>
            <a:rPr lang="ar-SA" b="1" dirty="0" err="1"/>
            <a:t>XGBoost</a:t>
          </a:r>
          <a:r>
            <a:rPr lang="ar-SA" b="1" dirty="0"/>
            <a:t> </a:t>
          </a:r>
          <a:r>
            <a:rPr lang="ar-SA" b="1" dirty="0" err="1"/>
            <a:t>Model</a:t>
          </a:r>
          <a:r>
            <a:rPr lang="ar-SA" b="1" dirty="0"/>
            <a:t> </a:t>
          </a:r>
          <a:r>
            <a:rPr lang="ar-SA" b="1" dirty="0" err="1"/>
            <a:t>Training</a:t>
          </a:r>
          <a:endParaRPr lang="ar-SA" b="1" dirty="0"/>
        </a:p>
      </dgm:t>
    </dgm:pt>
    <dgm:pt modelId="{042EEB85-17E1-46F9-B691-BD05180E12B6}" type="parTrans" cxnId="{F0FD12FA-3473-4C51-B712-F2C8529000A4}">
      <dgm:prSet/>
      <dgm:spPr/>
      <dgm:t>
        <a:bodyPr/>
        <a:lstStyle/>
        <a:p>
          <a:pPr rtl="1"/>
          <a:endParaRPr lang="ar-SA"/>
        </a:p>
      </dgm:t>
    </dgm:pt>
    <dgm:pt modelId="{E05CD056-533F-45C5-BF55-3FBF0AD7B446}" type="sibTrans" cxnId="{F0FD12FA-3473-4C51-B712-F2C8529000A4}">
      <dgm:prSet/>
      <dgm:spPr/>
      <dgm:t>
        <a:bodyPr/>
        <a:lstStyle/>
        <a:p>
          <a:pPr rtl="1"/>
          <a:endParaRPr lang="ar-SA"/>
        </a:p>
      </dgm:t>
    </dgm:pt>
    <dgm:pt modelId="{C34AC23D-15D9-4C25-8C02-E0AE7DECA518}">
      <dgm:prSet phldrT="[Text]"/>
      <dgm:spPr/>
      <dgm:t>
        <a:bodyPr/>
        <a:lstStyle/>
        <a:p>
          <a:pPr rtl="1">
            <a:buNone/>
          </a:pPr>
          <a:r>
            <a:rPr lang="ar-SA" b="1" err="1"/>
            <a:t>Performance</a:t>
          </a:r>
          <a:r>
            <a:rPr lang="ar-SA" b="1"/>
            <a:t> Evaluation</a:t>
          </a:r>
          <a:endParaRPr lang="ar-SA" b="1" dirty="0"/>
        </a:p>
      </dgm:t>
    </dgm:pt>
    <dgm:pt modelId="{3411E081-89B0-41DF-B3F1-3F4FCFA4E861}" type="parTrans" cxnId="{E1E0C3FA-BD8F-4E2D-8DC8-910AB2E9CE0D}">
      <dgm:prSet/>
      <dgm:spPr/>
      <dgm:t>
        <a:bodyPr/>
        <a:lstStyle/>
        <a:p>
          <a:pPr rtl="1"/>
          <a:endParaRPr lang="ar-SA"/>
        </a:p>
      </dgm:t>
    </dgm:pt>
    <dgm:pt modelId="{1B4CB2A6-F820-4554-B1F2-F8D6F0FB2D1C}" type="sibTrans" cxnId="{E1E0C3FA-BD8F-4E2D-8DC8-910AB2E9CE0D}">
      <dgm:prSet/>
      <dgm:spPr/>
      <dgm:t>
        <a:bodyPr/>
        <a:lstStyle/>
        <a:p>
          <a:pPr rtl="1"/>
          <a:endParaRPr lang="ar-SA"/>
        </a:p>
      </dgm:t>
    </dgm:pt>
    <dgm:pt modelId="{566B0A60-52D1-4A46-B7B0-83CCC7735D3E}">
      <dgm:prSet phldrT="[Text]"/>
      <dgm:spPr/>
      <dgm:t>
        <a:bodyPr/>
        <a:lstStyle/>
        <a:p>
          <a:pPr rtl="1">
            <a:buNone/>
          </a:pPr>
          <a:r>
            <a:rPr lang="ar-SA" b="1" dirty="0" err="1"/>
            <a:t>Interpretability</a:t>
          </a:r>
          <a:r>
            <a:rPr lang="ar-SA" b="1" dirty="0"/>
            <a:t> </a:t>
          </a:r>
          <a:r>
            <a:rPr lang="ar-SA" b="1" dirty="0" err="1"/>
            <a:t>Analysis</a:t>
          </a:r>
          <a:endParaRPr lang="ar-SA" b="1" dirty="0"/>
        </a:p>
      </dgm:t>
    </dgm:pt>
    <dgm:pt modelId="{70601CFE-3EF5-43CB-9C8B-5DA9325708B8}" type="parTrans" cxnId="{313AA100-357F-42CE-BD60-BDB82D32E313}">
      <dgm:prSet/>
      <dgm:spPr/>
      <dgm:t>
        <a:bodyPr/>
        <a:lstStyle/>
        <a:p>
          <a:pPr rtl="1"/>
          <a:endParaRPr lang="ar-SA"/>
        </a:p>
      </dgm:t>
    </dgm:pt>
    <dgm:pt modelId="{D23E781C-5350-4293-90A1-F0377B36675B}" type="sibTrans" cxnId="{313AA100-357F-42CE-BD60-BDB82D32E313}">
      <dgm:prSet/>
      <dgm:spPr/>
      <dgm:t>
        <a:bodyPr/>
        <a:lstStyle/>
        <a:p>
          <a:pPr rtl="1"/>
          <a:endParaRPr lang="ar-SA"/>
        </a:p>
      </dgm:t>
    </dgm:pt>
    <dgm:pt modelId="{670C43FF-1D59-4BA4-B94B-93C4F69EDACD}" type="pres">
      <dgm:prSet presAssocID="{F09DD830-984D-4059-9C04-DCC3D5E22C84}" presName="CompostProcess" presStyleCnt="0">
        <dgm:presLayoutVars>
          <dgm:dir/>
          <dgm:resizeHandles val="exact"/>
        </dgm:presLayoutVars>
      </dgm:prSet>
      <dgm:spPr/>
    </dgm:pt>
    <dgm:pt modelId="{E16B5D11-12DB-4DD8-994E-6F7C1B971C05}" type="pres">
      <dgm:prSet presAssocID="{F09DD830-984D-4059-9C04-DCC3D5E22C84}" presName="arrow" presStyleLbl="bgShp" presStyleIdx="0" presStyleCnt="1"/>
      <dgm:spPr/>
    </dgm:pt>
    <dgm:pt modelId="{42FB9803-236E-45D0-9D20-7B683DCF9485}" type="pres">
      <dgm:prSet presAssocID="{F09DD830-984D-4059-9C04-DCC3D5E22C84}" presName="linearProcess" presStyleCnt="0"/>
      <dgm:spPr/>
    </dgm:pt>
    <dgm:pt modelId="{3A17E30F-8207-45C6-901E-0DE0B86456D9}" type="pres">
      <dgm:prSet presAssocID="{D7C6648D-4CA4-42BF-BFDD-E21E8F58061B}" presName="textNode" presStyleLbl="node1" presStyleIdx="0" presStyleCnt="6">
        <dgm:presLayoutVars>
          <dgm:bulletEnabled val="1"/>
        </dgm:presLayoutVars>
      </dgm:prSet>
      <dgm:spPr/>
    </dgm:pt>
    <dgm:pt modelId="{659F3D61-ED83-46A2-A398-1961C21E774B}" type="pres">
      <dgm:prSet presAssocID="{4BBC1924-3F8C-4C53-8209-9467F04150CB}" presName="sibTrans" presStyleCnt="0"/>
      <dgm:spPr/>
    </dgm:pt>
    <dgm:pt modelId="{96FA5F26-4941-4E76-B656-D5DFDC00BD86}" type="pres">
      <dgm:prSet presAssocID="{1EF6FD38-BD13-4593-BBD6-700885D41F1E}" presName="textNode" presStyleLbl="node1" presStyleIdx="1" presStyleCnt="6">
        <dgm:presLayoutVars>
          <dgm:bulletEnabled val="1"/>
        </dgm:presLayoutVars>
      </dgm:prSet>
      <dgm:spPr/>
    </dgm:pt>
    <dgm:pt modelId="{F448861D-E60E-474A-9AC3-E5C82123F0AA}" type="pres">
      <dgm:prSet presAssocID="{457A5C29-1F69-47DD-BA46-72F17A8D196A}" presName="sibTrans" presStyleCnt="0"/>
      <dgm:spPr/>
    </dgm:pt>
    <dgm:pt modelId="{7D9E668B-E604-4F08-9810-D35BEB3231C0}" type="pres">
      <dgm:prSet presAssocID="{4D4C0596-D366-4113-ACD4-E7019CF6808D}" presName="textNode" presStyleLbl="node1" presStyleIdx="2" presStyleCnt="6">
        <dgm:presLayoutVars>
          <dgm:bulletEnabled val="1"/>
        </dgm:presLayoutVars>
      </dgm:prSet>
      <dgm:spPr/>
    </dgm:pt>
    <dgm:pt modelId="{E85BB868-F1A8-444B-9DF5-B24AAA74F589}" type="pres">
      <dgm:prSet presAssocID="{A91268F0-8EDC-4DB2-BA00-6DB02712DE2A}" presName="sibTrans" presStyleCnt="0"/>
      <dgm:spPr/>
    </dgm:pt>
    <dgm:pt modelId="{CC3AFEB4-B718-4D58-99F6-52E6A15C7C95}" type="pres">
      <dgm:prSet presAssocID="{7E1C53A9-B0AA-4148-B90B-B7BA84425DBF}" presName="textNode" presStyleLbl="node1" presStyleIdx="3" presStyleCnt="6">
        <dgm:presLayoutVars>
          <dgm:bulletEnabled val="1"/>
        </dgm:presLayoutVars>
      </dgm:prSet>
      <dgm:spPr/>
    </dgm:pt>
    <dgm:pt modelId="{E14765B8-EB10-4D11-BF30-FBE5658D2A16}" type="pres">
      <dgm:prSet presAssocID="{E05CD056-533F-45C5-BF55-3FBF0AD7B446}" presName="sibTrans" presStyleCnt="0"/>
      <dgm:spPr/>
    </dgm:pt>
    <dgm:pt modelId="{C8BA2234-6195-443C-A062-6CA2FAF2134F}" type="pres">
      <dgm:prSet presAssocID="{C34AC23D-15D9-4C25-8C02-E0AE7DECA518}" presName="textNode" presStyleLbl="node1" presStyleIdx="4" presStyleCnt="6">
        <dgm:presLayoutVars>
          <dgm:bulletEnabled val="1"/>
        </dgm:presLayoutVars>
      </dgm:prSet>
      <dgm:spPr/>
    </dgm:pt>
    <dgm:pt modelId="{9271B399-2CA0-4619-BAB7-96CC41C0F351}" type="pres">
      <dgm:prSet presAssocID="{1B4CB2A6-F820-4554-B1F2-F8D6F0FB2D1C}" presName="sibTrans" presStyleCnt="0"/>
      <dgm:spPr/>
    </dgm:pt>
    <dgm:pt modelId="{BD46E383-3C90-4569-AC5F-5B837415DF04}" type="pres">
      <dgm:prSet presAssocID="{566B0A60-52D1-4A46-B7B0-83CCC7735D3E}" presName="textNode" presStyleLbl="node1" presStyleIdx="5" presStyleCnt="6">
        <dgm:presLayoutVars>
          <dgm:bulletEnabled val="1"/>
        </dgm:presLayoutVars>
      </dgm:prSet>
      <dgm:spPr/>
    </dgm:pt>
  </dgm:ptLst>
  <dgm:cxnLst>
    <dgm:cxn modelId="{313AA100-357F-42CE-BD60-BDB82D32E313}" srcId="{F09DD830-984D-4059-9C04-DCC3D5E22C84}" destId="{566B0A60-52D1-4A46-B7B0-83CCC7735D3E}" srcOrd="5" destOrd="0" parTransId="{70601CFE-3EF5-43CB-9C8B-5DA9325708B8}" sibTransId="{D23E781C-5350-4293-90A1-F0377B36675B}"/>
    <dgm:cxn modelId="{D7B94B03-6E5F-447A-8ACF-F6202D3D2072}" type="presOf" srcId="{4D4C0596-D366-4113-ACD4-E7019CF6808D}" destId="{7D9E668B-E604-4F08-9810-D35BEB3231C0}" srcOrd="0" destOrd="0" presId="urn:microsoft.com/office/officeart/2005/8/layout/hProcess9"/>
    <dgm:cxn modelId="{C9795325-9FFD-4CAC-8B6E-C14C8952DF22}" srcId="{F09DD830-984D-4059-9C04-DCC3D5E22C84}" destId="{D7C6648D-4CA4-42BF-BFDD-E21E8F58061B}" srcOrd="0" destOrd="0" parTransId="{AF093099-12B9-4CB1-B377-A1C898A426B9}" sibTransId="{4BBC1924-3F8C-4C53-8209-9467F04150CB}"/>
    <dgm:cxn modelId="{02FD1627-D1E7-4348-950F-EA51418346C3}" type="presOf" srcId="{1EF6FD38-BD13-4593-BBD6-700885D41F1E}" destId="{96FA5F26-4941-4E76-B656-D5DFDC00BD86}" srcOrd="0" destOrd="0" presId="urn:microsoft.com/office/officeart/2005/8/layout/hProcess9"/>
    <dgm:cxn modelId="{A11C7350-7902-4545-9981-2D5A4C9A45DB}" type="presOf" srcId="{566B0A60-52D1-4A46-B7B0-83CCC7735D3E}" destId="{BD46E383-3C90-4569-AC5F-5B837415DF04}" srcOrd="0" destOrd="0" presId="urn:microsoft.com/office/officeart/2005/8/layout/hProcess9"/>
    <dgm:cxn modelId="{A1510159-59CC-4B6C-A910-80F1B9FA2B39}" type="presOf" srcId="{F09DD830-984D-4059-9C04-DCC3D5E22C84}" destId="{670C43FF-1D59-4BA4-B94B-93C4F69EDACD}" srcOrd="0" destOrd="0" presId="urn:microsoft.com/office/officeart/2005/8/layout/hProcess9"/>
    <dgm:cxn modelId="{6A3E2DA0-767C-4279-837D-5098C7AB747E}" type="presOf" srcId="{7E1C53A9-B0AA-4148-B90B-B7BA84425DBF}" destId="{CC3AFEB4-B718-4D58-99F6-52E6A15C7C95}" srcOrd="0" destOrd="0" presId="urn:microsoft.com/office/officeart/2005/8/layout/hProcess9"/>
    <dgm:cxn modelId="{D3C35CAE-0859-40BA-9CA1-F454489DB54E}" type="presOf" srcId="{C34AC23D-15D9-4C25-8C02-E0AE7DECA518}" destId="{C8BA2234-6195-443C-A062-6CA2FAF2134F}" srcOrd="0" destOrd="0" presId="urn:microsoft.com/office/officeart/2005/8/layout/hProcess9"/>
    <dgm:cxn modelId="{09402EDD-04F7-410C-AB0F-0C4C61DE71B1}" srcId="{F09DD830-984D-4059-9C04-DCC3D5E22C84}" destId="{4D4C0596-D366-4113-ACD4-E7019CF6808D}" srcOrd="2" destOrd="0" parTransId="{766C57AA-5F71-4701-8ABB-10A1B296EF09}" sibTransId="{A91268F0-8EDC-4DB2-BA00-6DB02712DE2A}"/>
    <dgm:cxn modelId="{6BB1C7EA-A294-41D2-8105-EF2128E96126}" type="presOf" srcId="{D7C6648D-4CA4-42BF-BFDD-E21E8F58061B}" destId="{3A17E30F-8207-45C6-901E-0DE0B86456D9}" srcOrd="0" destOrd="0" presId="urn:microsoft.com/office/officeart/2005/8/layout/hProcess9"/>
    <dgm:cxn modelId="{74C5A3F7-71A7-46EC-85A8-792A25E6C88C}" srcId="{F09DD830-984D-4059-9C04-DCC3D5E22C84}" destId="{1EF6FD38-BD13-4593-BBD6-700885D41F1E}" srcOrd="1" destOrd="0" parTransId="{495FA599-BA12-42DB-AC15-287C7ECC618A}" sibTransId="{457A5C29-1F69-47DD-BA46-72F17A8D196A}"/>
    <dgm:cxn modelId="{F0FD12FA-3473-4C51-B712-F2C8529000A4}" srcId="{F09DD830-984D-4059-9C04-DCC3D5E22C84}" destId="{7E1C53A9-B0AA-4148-B90B-B7BA84425DBF}" srcOrd="3" destOrd="0" parTransId="{042EEB85-17E1-46F9-B691-BD05180E12B6}" sibTransId="{E05CD056-533F-45C5-BF55-3FBF0AD7B446}"/>
    <dgm:cxn modelId="{E1E0C3FA-BD8F-4E2D-8DC8-910AB2E9CE0D}" srcId="{F09DD830-984D-4059-9C04-DCC3D5E22C84}" destId="{C34AC23D-15D9-4C25-8C02-E0AE7DECA518}" srcOrd="4" destOrd="0" parTransId="{3411E081-89B0-41DF-B3F1-3F4FCFA4E861}" sibTransId="{1B4CB2A6-F820-4554-B1F2-F8D6F0FB2D1C}"/>
    <dgm:cxn modelId="{640BFFAA-329B-44F6-B3E4-F94D1EFA9151}" type="presParOf" srcId="{670C43FF-1D59-4BA4-B94B-93C4F69EDACD}" destId="{E16B5D11-12DB-4DD8-994E-6F7C1B971C05}" srcOrd="0" destOrd="0" presId="urn:microsoft.com/office/officeart/2005/8/layout/hProcess9"/>
    <dgm:cxn modelId="{09932ACB-5AC1-4BDE-8EB8-20F752E943B5}" type="presParOf" srcId="{670C43FF-1D59-4BA4-B94B-93C4F69EDACD}" destId="{42FB9803-236E-45D0-9D20-7B683DCF9485}" srcOrd="1" destOrd="0" presId="urn:microsoft.com/office/officeart/2005/8/layout/hProcess9"/>
    <dgm:cxn modelId="{95861ACC-C755-4F11-B4B9-608533EB845F}" type="presParOf" srcId="{42FB9803-236E-45D0-9D20-7B683DCF9485}" destId="{3A17E30F-8207-45C6-901E-0DE0B86456D9}" srcOrd="0" destOrd="0" presId="urn:microsoft.com/office/officeart/2005/8/layout/hProcess9"/>
    <dgm:cxn modelId="{57B31370-AF82-44B2-B475-B47135727FC3}" type="presParOf" srcId="{42FB9803-236E-45D0-9D20-7B683DCF9485}" destId="{659F3D61-ED83-46A2-A398-1961C21E774B}" srcOrd="1" destOrd="0" presId="urn:microsoft.com/office/officeart/2005/8/layout/hProcess9"/>
    <dgm:cxn modelId="{63BB16D2-B015-4FE1-96E2-A22613D0CFB0}" type="presParOf" srcId="{42FB9803-236E-45D0-9D20-7B683DCF9485}" destId="{96FA5F26-4941-4E76-B656-D5DFDC00BD86}" srcOrd="2" destOrd="0" presId="urn:microsoft.com/office/officeart/2005/8/layout/hProcess9"/>
    <dgm:cxn modelId="{2FCC9B0E-2191-4E9A-A3EC-2856390C2B5C}" type="presParOf" srcId="{42FB9803-236E-45D0-9D20-7B683DCF9485}" destId="{F448861D-E60E-474A-9AC3-E5C82123F0AA}" srcOrd="3" destOrd="0" presId="urn:microsoft.com/office/officeart/2005/8/layout/hProcess9"/>
    <dgm:cxn modelId="{04F96648-F64C-4602-AB97-BC518601FCBC}" type="presParOf" srcId="{42FB9803-236E-45D0-9D20-7B683DCF9485}" destId="{7D9E668B-E604-4F08-9810-D35BEB3231C0}" srcOrd="4" destOrd="0" presId="urn:microsoft.com/office/officeart/2005/8/layout/hProcess9"/>
    <dgm:cxn modelId="{BB6D011A-EB03-437F-8119-7039E3DA8D8B}" type="presParOf" srcId="{42FB9803-236E-45D0-9D20-7B683DCF9485}" destId="{E85BB868-F1A8-444B-9DF5-B24AAA74F589}" srcOrd="5" destOrd="0" presId="urn:microsoft.com/office/officeart/2005/8/layout/hProcess9"/>
    <dgm:cxn modelId="{7EB1331A-4FBD-4A09-A40B-C4AC64FB9495}" type="presParOf" srcId="{42FB9803-236E-45D0-9D20-7B683DCF9485}" destId="{CC3AFEB4-B718-4D58-99F6-52E6A15C7C95}" srcOrd="6" destOrd="0" presId="urn:microsoft.com/office/officeart/2005/8/layout/hProcess9"/>
    <dgm:cxn modelId="{5CA0EE59-F2F3-4D63-8B56-038A9550D311}" type="presParOf" srcId="{42FB9803-236E-45D0-9D20-7B683DCF9485}" destId="{E14765B8-EB10-4D11-BF30-FBE5658D2A16}" srcOrd="7" destOrd="0" presId="urn:microsoft.com/office/officeart/2005/8/layout/hProcess9"/>
    <dgm:cxn modelId="{95E43536-B505-4B3A-97A9-D03CE8796C82}" type="presParOf" srcId="{42FB9803-236E-45D0-9D20-7B683DCF9485}" destId="{C8BA2234-6195-443C-A062-6CA2FAF2134F}" srcOrd="8" destOrd="0" presId="urn:microsoft.com/office/officeart/2005/8/layout/hProcess9"/>
    <dgm:cxn modelId="{A6CBCFD6-9E9A-4253-AFFF-529DD74CD6FD}" type="presParOf" srcId="{42FB9803-236E-45D0-9D20-7B683DCF9485}" destId="{9271B399-2CA0-4619-BAB7-96CC41C0F351}" srcOrd="9" destOrd="0" presId="urn:microsoft.com/office/officeart/2005/8/layout/hProcess9"/>
    <dgm:cxn modelId="{181E7719-1DF0-4A76-9BD2-AFC95A5611EC}" type="presParOf" srcId="{42FB9803-236E-45D0-9D20-7B683DCF9485}" destId="{BD46E383-3C90-4569-AC5F-5B837415DF04}" srcOrd="1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6B5D11-12DB-4DD8-994E-6F7C1B971C05}">
      <dsp:nvSpPr>
        <dsp:cNvPr id="0" name=""/>
        <dsp:cNvSpPr/>
      </dsp:nvSpPr>
      <dsp:spPr>
        <a:xfrm>
          <a:off x="871360" y="0"/>
          <a:ext cx="9875413" cy="4611820"/>
        </a:xfrm>
        <a:prstGeom prst="rightArrow">
          <a:avLst/>
        </a:prstGeom>
        <a:gradFill rotWithShape="0">
          <a:gsLst>
            <a:gs pos="0">
              <a:schemeClr val="accent1">
                <a:tint val="40000"/>
                <a:hueOff val="0"/>
                <a:satOff val="0"/>
                <a:lumOff val="0"/>
                <a:alphaOff val="0"/>
                <a:satMod val="103000"/>
                <a:lumMod val="102000"/>
                <a:tint val="94000"/>
              </a:schemeClr>
            </a:gs>
            <a:gs pos="50000">
              <a:schemeClr val="accent1">
                <a:tint val="40000"/>
                <a:hueOff val="0"/>
                <a:satOff val="0"/>
                <a:lumOff val="0"/>
                <a:alphaOff val="0"/>
                <a:satMod val="110000"/>
                <a:lumMod val="100000"/>
                <a:shade val="100000"/>
              </a:schemeClr>
            </a:gs>
            <a:gs pos="100000">
              <a:schemeClr val="accent1">
                <a:tint val="40000"/>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3A17E30F-8207-45C6-901E-0DE0B86456D9}">
      <dsp:nvSpPr>
        <dsp:cNvPr id="0" name=""/>
        <dsp:cNvSpPr/>
      </dsp:nvSpPr>
      <dsp:spPr>
        <a:xfrm>
          <a:off x="4431" y="1383545"/>
          <a:ext cx="1821892" cy="1844728"/>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1">
            <a:lnSpc>
              <a:spcPct val="90000"/>
            </a:lnSpc>
            <a:spcBef>
              <a:spcPct val="0"/>
            </a:spcBef>
            <a:spcAft>
              <a:spcPct val="35000"/>
            </a:spcAft>
            <a:buNone/>
          </a:pPr>
          <a:r>
            <a:rPr lang="ar-SA" sz="1700" b="1" kern="1200" dirty="0" err="1"/>
            <a:t>Dataset</a:t>
          </a:r>
          <a:r>
            <a:rPr lang="ar-SA" sz="1700" b="1" kern="1200" dirty="0"/>
            <a:t> </a:t>
          </a:r>
          <a:r>
            <a:rPr lang="ar-SA" sz="1700" b="1" kern="1200" dirty="0" err="1"/>
            <a:t>Collection</a:t>
          </a:r>
          <a:br>
            <a:rPr lang="ar-SA" sz="1700" b="1" kern="1200" dirty="0"/>
          </a:br>
          <a:endParaRPr lang="ar-SA" sz="1700" b="1" kern="1200" dirty="0"/>
        </a:p>
      </dsp:txBody>
      <dsp:txXfrm>
        <a:off x="93368" y="1472482"/>
        <a:ext cx="1644018" cy="1666854"/>
      </dsp:txXfrm>
    </dsp:sp>
    <dsp:sp modelId="{96FA5F26-4941-4E76-B656-D5DFDC00BD86}">
      <dsp:nvSpPr>
        <dsp:cNvPr id="0" name=""/>
        <dsp:cNvSpPr/>
      </dsp:nvSpPr>
      <dsp:spPr>
        <a:xfrm>
          <a:off x="1961907" y="1383545"/>
          <a:ext cx="1821892" cy="1844728"/>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1">
            <a:lnSpc>
              <a:spcPct val="90000"/>
            </a:lnSpc>
            <a:spcBef>
              <a:spcPct val="0"/>
            </a:spcBef>
            <a:spcAft>
              <a:spcPct val="35000"/>
            </a:spcAft>
            <a:buNone/>
          </a:pPr>
          <a:r>
            <a:rPr lang="ar-SA" sz="1700" b="1" kern="1200" dirty="0" err="1"/>
            <a:t>Data</a:t>
          </a:r>
          <a:r>
            <a:rPr lang="ar-SA" sz="1700" b="1" kern="1200" dirty="0"/>
            <a:t> </a:t>
          </a:r>
          <a:r>
            <a:rPr lang="ar-SA" sz="1700" b="1" kern="1200" dirty="0" err="1"/>
            <a:t>Preprocessing</a:t>
          </a:r>
          <a:endParaRPr lang="ar-SA" sz="1700" b="1" kern="1200" dirty="0"/>
        </a:p>
      </dsp:txBody>
      <dsp:txXfrm>
        <a:off x="2050844" y="1472482"/>
        <a:ext cx="1644018" cy="1666854"/>
      </dsp:txXfrm>
    </dsp:sp>
    <dsp:sp modelId="{7D9E668B-E604-4F08-9810-D35BEB3231C0}">
      <dsp:nvSpPr>
        <dsp:cNvPr id="0" name=""/>
        <dsp:cNvSpPr/>
      </dsp:nvSpPr>
      <dsp:spPr>
        <a:xfrm>
          <a:off x="3919382" y="1383545"/>
          <a:ext cx="1821892" cy="1844728"/>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1">
            <a:lnSpc>
              <a:spcPct val="90000"/>
            </a:lnSpc>
            <a:spcBef>
              <a:spcPct val="0"/>
            </a:spcBef>
            <a:spcAft>
              <a:spcPct val="35000"/>
            </a:spcAft>
            <a:buNone/>
          </a:pPr>
          <a:r>
            <a:rPr lang="ar-SA" sz="1700" b="1" kern="1200" err="1"/>
            <a:t>Feature</a:t>
          </a:r>
          <a:r>
            <a:rPr lang="ar-SA" sz="1700" b="1" kern="1200"/>
            <a:t> Selection</a:t>
          </a:r>
          <a:endParaRPr lang="ar-SA" sz="1700" b="1" kern="1200" dirty="0"/>
        </a:p>
      </dsp:txBody>
      <dsp:txXfrm>
        <a:off x="4008319" y="1472482"/>
        <a:ext cx="1644018" cy="1666854"/>
      </dsp:txXfrm>
    </dsp:sp>
    <dsp:sp modelId="{CC3AFEB4-B718-4D58-99F6-52E6A15C7C95}">
      <dsp:nvSpPr>
        <dsp:cNvPr id="0" name=""/>
        <dsp:cNvSpPr/>
      </dsp:nvSpPr>
      <dsp:spPr>
        <a:xfrm>
          <a:off x="5876858" y="1383545"/>
          <a:ext cx="1821892" cy="1844728"/>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1">
            <a:lnSpc>
              <a:spcPct val="90000"/>
            </a:lnSpc>
            <a:spcBef>
              <a:spcPct val="0"/>
            </a:spcBef>
            <a:spcAft>
              <a:spcPct val="35000"/>
            </a:spcAft>
            <a:buNone/>
          </a:pPr>
          <a:r>
            <a:rPr lang="ar-SA" sz="1700" b="1" kern="1200" dirty="0" err="1"/>
            <a:t>XGBoost</a:t>
          </a:r>
          <a:r>
            <a:rPr lang="ar-SA" sz="1700" b="1" kern="1200" dirty="0"/>
            <a:t> </a:t>
          </a:r>
          <a:r>
            <a:rPr lang="ar-SA" sz="1700" b="1" kern="1200" dirty="0" err="1"/>
            <a:t>Model</a:t>
          </a:r>
          <a:r>
            <a:rPr lang="ar-SA" sz="1700" b="1" kern="1200" dirty="0"/>
            <a:t> </a:t>
          </a:r>
          <a:r>
            <a:rPr lang="ar-SA" sz="1700" b="1" kern="1200" dirty="0" err="1"/>
            <a:t>Training</a:t>
          </a:r>
          <a:endParaRPr lang="ar-SA" sz="1700" b="1" kern="1200" dirty="0"/>
        </a:p>
      </dsp:txBody>
      <dsp:txXfrm>
        <a:off x="5965795" y="1472482"/>
        <a:ext cx="1644018" cy="1666854"/>
      </dsp:txXfrm>
    </dsp:sp>
    <dsp:sp modelId="{C8BA2234-6195-443C-A062-6CA2FAF2134F}">
      <dsp:nvSpPr>
        <dsp:cNvPr id="0" name=""/>
        <dsp:cNvSpPr/>
      </dsp:nvSpPr>
      <dsp:spPr>
        <a:xfrm>
          <a:off x="7834333" y="1383545"/>
          <a:ext cx="1821892" cy="1844728"/>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1">
            <a:lnSpc>
              <a:spcPct val="90000"/>
            </a:lnSpc>
            <a:spcBef>
              <a:spcPct val="0"/>
            </a:spcBef>
            <a:spcAft>
              <a:spcPct val="35000"/>
            </a:spcAft>
            <a:buNone/>
          </a:pPr>
          <a:r>
            <a:rPr lang="ar-SA" sz="1700" b="1" kern="1200" err="1"/>
            <a:t>Performance</a:t>
          </a:r>
          <a:r>
            <a:rPr lang="ar-SA" sz="1700" b="1" kern="1200"/>
            <a:t> Evaluation</a:t>
          </a:r>
          <a:endParaRPr lang="ar-SA" sz="1700" b="1" kern="1200" dirty="0"/>
        </a:p>
      </dsp:txBody>
      <dsp:txXfrm>
        <a:off x="7923270" y="1472482"/>
        <a:ext cx="1644018" cy="1666854"/>
      </dsp:txXfrm>
    </dsp:sp>
    <dsp:sp modelId="{BD46E383-3C90-4569-AC5F-5B837415DF04}">
      <dsp:nvSpPr>
        <dsp:cNvPr id="0" name=""/>
        <dsp:cNvSpPr/>
      </dsp:nvSpPr>
      <dsp:spPr>
        <a:xfrm>
          <a:off x="9791809" y="1383545"/>
          <a:ext cx="1821892" cy="1844728"/>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1">
            <a:lnSpc>
              <a:spcPct val="90000"/>
            </a:lnSpc>
            <a:spcBef>
              <a:spcPct val="0"/>
            </a:spcBef>
            <a:spcAft>
              <a:spcPct val="35000"/>
            </a:spcAft>
            <a:buNone/>
          </a:pPr>
          <a:r>
            <a:rPr lang="ar-SA" sz="1700" b="1" kern="1200" dirty="0" err="1"/>
            <a:t>Interpretability</a:t>
          </a:r>
          <a:r>
            <a:rPr lang="ar-SA" sz="1700" b="1" kern="1200" dirty="0"/>
            <a:t> </a:t>
          </a:r>
          <a:r>
            <a:rPr lang="ar-SA" sz="1700" b="1" kern="1200" dirty="0" err="1"/>
            <a:t>Analysis</a:t>
          </a:r>
          <a:endParaRPr lang="ar-SA" sz="1700" b="1" kern="1200" dirty="0"/>
        </a:p>
      </dsp:txBody>
      <dsp:txXfrm>
        <a:off x="9880746" y="1472482"/>
        <a:ext cx="1644018" cy="166685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A8DEA-1C44-2203-3F72-9F2B2A5701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ar-SA"/>
          </a:p>
        </p:txBody>
      </p:sp>
      <p:sp>
        <p:nvSpPr>
          <p:cNvPr id="3" name="Subtitle 2">
            <a:extLst>
              <a:ext uri="{FF2B5EF4-FFF2-40B4-BE49-F238E27FC236}">
                <a16:creationId xmlns:a16="http://schemas.microsoft.com/office/drawing/2014/main" id="{4F4A2CF3-A6D9-FE9A-9D34-593DBBC4DA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ar-SA"/>
          </a:p>
        </p:txBody>
      </p:sp>
      <p:sp>
        <p:nvSpPr>
          <p:cNvPr id="4" name="Date Placeholder 3">
            <a:extLst>
              <a:ext uri="{FF2B5EF4-FFF2-40B4-BE49-F238E27FC236}">
                <a16:creationId xmlns:a16="http://schemas.microsoft.com/office/drawing/2014/main" id="{6A1CB73A-1D69-D06F-9EE4-CA18EBE55515}"/>
              </a:ext>
            </a:extLst>
          </p:cNvPr>
          <p:cNvSpPr>
            <a:spLocks noGrp="1"/>
          </p:cNvSpPr>
          <p:nvPr>
            <p:ph type="dt" sz="half" idx="10"/>
          </p:nvPr>
        </p:nvSpPr>
        <p:spPr/>
        <p:txBody>
          <a:bodyPr/>
          <a:lstStyle/>
          <a:p>
            <a:fld id="{725AC19B-8A59-43C5-8BB6-F0C2694B25B5}" type="datetimeFigureOut">
              <a:rPr lang="ar-SA" smtClean="0"/>
              <a:t>10/12/1447</a:t>
            </a:fld>
            <a:endParaRPr lang="ar-SA"/>
          </a:p>
        </p:txBody>
      </p:sp>
      <p:sp>
        <p:nvSpPr>
          <p:cNvPr id="5" name="Footer Placeholder 4">
            <a:extLst>
              <a:ext uri="{FF2B5EF4-FFF2-40B4-BE49-F238E27FC236}">
                <a16:creationId xmlns:a16="http://schemas.microsoft.com/office/drawing/2014/main" id="{F8F66FCC-B20C-3D81-5EF4-E307978D04BB}"/>
              </a:ext>
            </a:extLst>
          </p:cNvPr>
          <p:cNvSpPr>
            <a:spLocks noGrp="1"/>
          </p:cNvSpPr>
          <p:nvPr>
            <p:ph type="ftr" sz="quarter" idx="11"/>
          </p:nvPr>
        </p:nvSpPr>
        <p:spPr/>
        <p:txBody>
          <a:bodyPr/>
          <a:lstStyle/>
          <a:p>
            <a:endParaRPr lang="ar-SA"/>
          </a:p>
        </p:txBody>
      </p:sp>
      <p:sp>
        <p:nvSpPr>
          <p:cNvPr id="6" name="Slide Number Placeholder 5">
            <a:extLst>
              <a:ext uri="{FF2B5EF4-FFF2-40B4-BE49-F238E27FC236}">
                <a16:creationId xmlns:a16="http://schemas.microsoft.com/office/drawing/2014/main" id="{E28E75BF-1968-0BD8-07F6-6E7D2670D100}"/>
              </a:ext>
            </a:extLst>
          </p:cNvPr>
          <p:cNvSpPr>
            <a:spLocks noGrp="1"/>
          </p:cNvSpPr>
          <p:nvPr>
            <p:ph type="sldNum" sz="quarter" idx="12"/>
          </p:nvPr>
        </p:nvSpPr>
        <p:spPr/>
        <p:txBody>
          <a:bodyPr/>
          <a:lstStyle/>
          <a:p>
            <a:fld id="{E3827270-151D-45AF-98B1-5D9DEDF50853}" type="slidenum">
              <a:rPr lang="ar-SA" smtClean="0"/>
              <a:t>‹#›</a:t>
            </a:fld>
            <a:endParaRPr lang="ar-SA"/>
          </a:p>
        </p:txBody>
      </p:sp>
    </p:spTree>
    <p:extLst>
      <p:ext uri="{BB962C8B-B14F-4D97-AF65-F5344CB8AC3E}">
        <p14:creationId xmlns:p14="http://schemas.microsoft.com/office/powerpoint/2010/main" val="496713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F754E-D50C-A3A8-13DA-966527F42402}"/>
              </a:ext>
            </a:extLst>
          </p:cNvPr>
          <p:cNvSpPr>
            <a:spLocks noGrp="1"/>
          </p:cNvSpPr>
          <p:nvPr>
            <p:ph type="title"/>
          </p:nvPr>
        </p:nvSpPr>
        <p:spPr/>
        <p:txBody>
          <a:bodyPr/>
          <a:lstStyle/>
          <a:p>
            <a:r>
              <a:rPr lang="en-US"/>
              <a:t>Click to edit Master title style</a:t>
            </a:r>
            <a:endParaRPr lang="ar-SA"/>
          </a:p>
        </p:txBody>
      </p:sp>
      <p:sp>
        <p:nvSpPr>
          <p:cNvPr id="3" name="Content Placeholder 2">
            <a:extLst>
              <a:ext uri="{FF2B5EF4-FFF2-40B4-BE49-F238E27FC236}">
                <a16:creationId xmlns:a16="http://schemas.microsoft.com/office/drawing/2014/main" id="{ED64C2DA-F316-B4A5-3263-12385E0A48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Date Placeholder 3">
            <a:extLst>
              <a:ext uri="{FF2B5EF4-FFF2-40B4-BE49-F238E27FC236}">
                <a16:creationId xmlns:a16="http://schemas.microsoft.com/office/drawing/2014/main" id="{B318922D-8AB2-FB95-4F8B-D2A24ADF97F0}"/>
              </a:ext>
            </a:extLst>
          </p:cNvPr>
          <p:cNvSpPr>
            <a:spLocks noGrp="1"/>
          </p:cNvSpPr>
          <p:nvPr>
            <p:ph type="dt" sz="half" idx="10"/>
          </p:nvPr>
        </p:nvSpPr>
        <p:spPr/>
        <p:txBody>
          <a:bodyPr/>
          <a:lstStyle/>
          <a:p>
            <a:fld id="{725AC19B-8A59-43C5-8BB6-F0C2694B25B5}" type="datetimeFigureOut">
              <a:rPr lang="ar-SA" smtClean="0"/>
              <a:t>10/12/1447</a:t>
            </a:fld>
            <a:endParaRPr lang="ar-SA"/>
          </a:p>
        </p:txBody>
      </p:sp>
      <p:sp>
        <p:nvSpPr>
          <p:cNvPr id="5" name="Footer Placeholder 4">
            <a:extLst>
              <a:ext uri="{FF2B5EF4-FFF2-40B4-BE49-F238E27FC236}">
                <a16:creationId xmlns:a16="http://schemas.microsoft.com/office/drawing/2014/main" id="{11D75281-8195-38AB-BFA5-6E7CC2CFEB9D}"/>
              </a:ext>
            </a:extLst>
          </p:cNvPr>
          <p:cNvSpPr>
            <a:spLocks noGrp="1"/>
          </p:cNvSpPr>
          <p:nvPr>
            <p:ph type="ftr" sz="quarter" idx="11"/>
          </p:nvPr>
        </p:nvSpPr>
        <p:spPr/>
        <p:txBody>
          <a:bodyPr/>
          <a:lstStyle/>
          <a:p>
            <a:endParaRPr lang="ar-SA"/>
          </a:p>
        </p:txBody>
      </p:sp>
      <p:sp>
        <p:nvSpPr>
          <p:cNvPr id="6" name="Slide Number Placeholder 5">
            <a:extLst>
              <a:ext uri="{FF2B5EF4-FFF2-40B4-BE49-F238E27FC236}">
                <a16:creationId xmlns:a16="http://schemas.microsoft.com/office/drawing/2014/main" id="{75D2863A-F03C-8E46-355C-20B82E0E851B}"/>
              </a:ext>
            </a:extLst>
          </p:cNvPr>
          <p:cNvSpPr>
            <a:spLocks noGrp="1"/>
          </p:cNvSpPr>
          <p:nvPr>
            <p:ph type="sldNum" sz="quarter" idx="12"/>
          </p:nvPr>
        </p:nvSpPr>
        <p:spPr/>
        <p:txBody>
          <a:bodyPr/>
          <a:lstStyle/>
          <a:p>
            <a:fld id="{E3827270-151D-45AF-98B1-5D9DEDF50853}" type="slidenum">
              <a:rPr lang="ar-SA" smtClean="0"/>
              <a:t>‹#›</a:t>
            </a:fld>
            <a:endParaRPr lang="ar-SA"/>
          </a:p>
        </p:txBody>
      </p:sp>
    </p:spTree>
    <p:extLst>
      <p:ext uri="{BB962C8B-B14F-4D97-AF65-F5344CB8AC3E}">
        <p14:creationId xmlns:p14="http://schemas.microsoft.com/office/powerpoint/2010/main" val="1862858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CA2A0-76FF-D9F1-CD4D-739C276B9E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ar-SA"/>
          </a:p>
        </p:txBody>
      </p:sp>
      <p:sp>
        <p:nvSpPr>
          <p:cNvPr id="3" name="Text Placeholder 2">
            <a:extLst>
              <a:ext uri="{FF2B5EF4-FFF2-40B4-BE49-F238E27FC236}">
                <a16:creationId xmlns:a16="http://schemas.microsoft.com/office/drawing/2014/main" id="{C67AB3BA-040A-196E-DFB2-C1A733810F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38B25C-B10A-00F5-F8F4-95D0CAC30595}"/>
              </a:ext>
            </a:extLst>
          </p:cNvPr>
          <p:cNvSpPr>
            <a:spLocks noGrp="1"/>
          </p:cNvSpPr>
          <p:nvPr>
            <p:ph type="dt" sz="half" idx="10"/>
          </p:nvPr>
        </p:nvSpPr>
        <p:spPr/>
        <p:txBody>
          <a:bodyPr/>
          <a:lstStyle/>
          <a:p>
            <a:fld id="{725AC19B-8A59-43C5-8BB6-F0C2694B25B5}" type="datetimeFigureOut">
              <a:rPr lang="ar-SA" smtClean="0"/>
              <a:t>10/12/1447</a:t>
            </a:fld>
            <a:endParaRPr lang="ar-SA"/>
          </a:p>
        </p:txBody>
      </p:sp>
      <p:sp>
        <p:nvSpPr>
          <p:cNvPr id="5" name="Footer Placeholder 4">
            <a:extLst>
              <a:ext uri="{FF2B5EF4-FFF2-40B4-BE49-F238E27FC236}">
                <a16:creationId xmlns:a16="http://schemas.microsoft.com/office/drawing/2014/main" id="{BB35DA89-433F-A6F2-AE42-6A6E5DF184C1}"/>
              </a:ext>
            </a:extLst>
          </p:cNvPr>
          <p:cNvSpPr>
            <a:spLocks noGrp="1"/>
          </p:cNvSpPr>
          <p:nvPr>
            <p:ph type="ftr" sz="quarter" idx="11"/>
          </p:nvPr>
        </p:nvSpPr>
        <p:spPr/>
        <p:txBody>
          <a:bodyPr/>
          <a:lstStyle/>
          <a:p>
            <a:endParaRPr lang="ar-SA"/>
          </a:p>
        </p:txBody>
      </p:sp>
      <p:sp>
        <p:nvSpPr>
          <p:cNvPr id="6" name="Slide Number Placeholder 5">
            <a:extLst>
              <a:ext uri="{FF2B5EF4-FFF2-40B4-BE49-F238E27FC236}">
                <a16:creationId xmlns:a16="http://schemas.microsoft.com/office/drawing/2014/main" id="{83FF1896-CA7E-9DA1-8BE7-7D477B542A84}"/>
              </a:ext>
            </a:extLst>
          </p:cNvPr>
          <p:cNvSpPr>
            <a:spLocks noGrp="1"/>
          </p:cNvSpPr>
          <p:nvPr>
            <p:ph type="sldNum" sz="quarter" idx="12"/>
          </p:nvPr>
        </p:nvSpPr>
        <p:spPr/>
        <p:txBody>
          <a:bodyPr/>
          <a:lstStyle/>
          <a:p>
            <a:fld id="{E3827270-151D-45AF-98B1-5D9DEDF50853}" type="slidenum">
              <a:rPr lang="ar-SA" smtClean="0"/>
              <a:t>‹#›</a:t>
            </a:fld>
            <a:endParaRPr lang="ar-SA"/>
          </a:p>
        </p:txBody>
      </p:sp>
    </p:spTree>
    <p:extLst>
      <p:ext uri="{BB962C8B-B14F-4D97-AF65-F5344CB8AC3E}">
        <p14:creationId xmlns:p14="http://schemas.microsoft.com/office/powerpoint/2010/main" val="2186011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16D86-6CFD-FDD9-A3C2-1F358E44FE2C}"/>
              </a:ext>
            </a:extLst>
          </p:cNvPr>
          <p:cNvSpPr>
            <a:spLocks noGrp="1"/>
          </p:cNvSpPr>
          <p:nvPr>
            <p:ph type="title"/>
          </p:nvPr>
        </p:nvSpPr>
        <p:spPr/>
        <p:txBody>
          <a:bodyPr/>
          <a:lstStyle/>
          <a:p>
            <a:r>
              <a:rPr lang="en-US"/>
              <a:t>Click to edit Master title style</a:t>
            </a:r>
            <a:endParaRPr lang="ar-SA"/>
          </a:p>
        </p:txBody>
      </p:sp>
      <p:sp>
        <p:nvSpPr>
          <p:cNvPr id="3" name="Content Placeholder 2">
            <a:extLst>
              <a:ext uri="{FF2B5EF4-FFF2-40B4-BE49-F238E27FC236}">
                <a16:creationId xmlns:a16="http://schemas.microsoft.com/office/drawing/2014/main" id="{BBC274F9-A8A8-63BD-B601-1F7E154877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Content Placeholder 3">
            <a:extLst>
              <a:ext uri="{FF2B5EF4-FFF2-40B4-BE49-F238E27FC236}">
                <a16:creationId xmlns:a16="http://schemas.microsoft.com/office/drawing/2014/main" id="{F82B256F-19EF-2C2C-580D-DCAA27681C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5" name="Date Placeholder 4">
            <a:extLst>
              <a:ext uri="{FF2B5EF4-FFF2-40B4-BE49-F238E27FC236}">
                <a16:creationId xmlns:a16="http://schemas.microsoft.com/office/drawing/2014/main" id="{F2571E08-CAAF-7C8D-0AE4-FFAE3D9022CC}"/>
              </a:ext>
            </a:extLst>
          </p:cNvPr>
          <p:cNvSpPr>
            <a:spLocks noGrp="1"/>
          </p:cNvSpPr>
          <p:nvPr>
            <p:ph type="dt" sz="half" idx="10"/>
          </p:nvPr>
        </p:nvSpPr>
        <p:spPr/>
        <p:txBody>
          <a:bodyPr/>
          <a:lstStyle/>
          <a:p>
            <a:fld id="{725AC19B-8A59-43C5-8BB6-F0C2694B25B5}" type="datetimeFigureOut">
              <a:rPr lang="ar-SA" smtClean="0"/>
              <a:t>10/12/1447</a:t>
            </a:fld>
            <a:endParaRPr lang="ar-SA"/>
          </a:p>
        </p:txBody>
      </p:sp>
      <p:sp>
        <p:nvSpPr>
          <p:cNvPr id="6" name="Footer Placeholder 5">
            <a:extLst>
              <a:ext uri="{FF2B5EF4-FFF2-40B4-BE49-F238E27FC236}">
                <a16:creationId xmlns:a16="http://schemas.microsoft.com/office/drawing/2014/main" id="{137C1C2D-CCF5-012E-0BE1-E225EE158BFE}"/>
              </a:ext>
            </a:extLst>
          </p:cNvPr>
          <p:cNvSpPr>
            <a:spLocks noGrp="1"/>
          </p:cNvSpPr>
          <p:nvPr>
            <p:ph type="ftr" sz="quarter" idx="11"/>
          </p:nvPr>
        </p:nvSpPr>
        <p:spPr/>
        <p:txBody>
          <a:bodyPr/>
          <a:lstStyle/>
          <a:p>
            <a:endParaRPr lang="ar-SA"/>
          </a:p>
        </p:txBody>
      </p:sp>
      <p:sp>
        <p:nvSpPr>
          <p:cNvPr id="7" name="Slide Number Placeholder 6">
            <a:extLst>
              <a:ext uri="{FF2B5EF4-FFF2-40B4-BE49-F238E27FC236}">
                <a16:creationId xmlns:a16="http://schemas.microsoft.com/office/drawing/2014/main" id="{F69D7624-0CA3-7968-3338-D8ACB4466B55}"/>
              </a:ext>
            </a:extLst>
          </p:cNvPr>
          <p:cNvSpPr>
            <a:spLocks noGrp="1"/>
          </p:cNvSpPr>
          <p:nvPr>
            <p:ph type="sldNum" sz="quarter" idx="12"/>
          </p:nvPr>
        </p:nvSpPr>
        <p:spPr/>
        <p:txBody>
          <a:bodyPr/>
          <a:lstStyle/>
          <a:p>
            <a:fld id="{E3827270-151D-45AF-98B1-5D9DEDF50853}" type="slidenum">
              <a:rPr lang="ar-SA" smtClean="0"/>
              <a:t>‹#›</a:t>
            </a:fld>
            <a:endParaRPr lang="ar-SA"/>
          </a:p>
        </p:txBody>
      </p:sp>
    </p:spTree>
    <p:extLst>
      <p:ext uri="{BB962C8B-B14F-4D97-AF65-F5344CB8AC3E}">
        <p14:creationId xmlns:p14="http://schemas.microsoft.com/office/powerpoint/2010/main" val="3672078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3DAFC-A9A9-001C-8B69-B41B671C9BE1}"/>
              </a:ext>
            </a:extLst>
          </p:cNvPr>
          <p:cNvSpPr>
            <a:spLocks noGrp="1"/>
          </p:cNvSpPr>
          <p:nvPr>
            <p:ph type="title"/>
          </p:nvPr>
        </p:nvSpPr>
        <p:spPr>
          <a:xfrm>
            <a:off x="839788" y="365125"/>
            <a:ext cx="10515600" cy="1325563"/>
          </a:xfrm>
        </p:spPr>
        <p:txBody>
          <a:bodyPr/>
          <a:lstStyle/>
          <a:p>
            <a:r>
              <a:rPr lang="en-US"/>
              <a:t>Click to edit Master title style</a:t>
            </a:r>
            <a:endParaRPr lang="ar-SA"/>
          </a:p>
        </p:txBody>
      </p:sp>
      <p:sp>
        <p:nvSpPr>
          <p:cNvPr id="3" name="Text Placeholder 2">
            <a:extLst>
              <a:ext uri="{FF2B5EF4-FFF2-40B4-BE49-F238E27FC236}">
                <a16:creationId xmlns:a16="http://schemas.microsoft.com/office/drawing/2014/main" id="{99D80953-17CA-DB04-0D2A-AEB57DB689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AB7ADE-D114-BDEB-19AD-0F94A2A287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5" name="Text Placeholder 4">
            <a:extLst>
              <a:ext uri="{FF2B5EF4-FFF2-40B4-BE49-F238E27FC236}">
                <a16:creationId xmlns:a16="http://schemas.microsoft.com/office/drawing/2014/main" id="{1291211E-403A-FEE4-00D5-A67AD7D936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40185D-5BD6-89A9-F296-F1BFF40723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7" name="Date Placeholder 6">
            <a:extLst>
              <a:ext uri="{FF2B5EF4-FFF2-40B4-BE49-F238E27FC236}">
                <a16:creationId xmlns:a16="http://schemas.microsoft.com/office/drawing/2014/main" id="{9BAE4124-9681-6D6F-43A4-52D84E5B9D36}"/>
              </a:ext>
            </a:extLst>
          </p:cNvPr>
          <p:cNvSpPr>
            <a:spLocks noGrp="1"/>
          </p:cNvSpPr>
          <p:nvPr>
            <p:ph type="dt" sz="half" idx="10"/>
          </p:nvPr>
        </p:nvSpPr>
        <p:spPr/>
        <p:txBody>
          <a:bodyPr/>
          <a:lstStyle/>
          <a:p>
            <a:fld id="{725AC19B-8A59-43C5-8BB6-F0C2694B25B5}" type="datetimeFigureOut">
              <a:rPr lang="ar-SA" smtClean="0"/>
              <a:t>10/12/1447</a:t>
            </a:fld>
            <a:endParaRPr lang="ar-SA"/>
          </a:p>
        </p:txBody>
      </p:sp>
      <p:sp>
        <p:nvSpPr>
          <p:cNvPr id="8" name="Footer Placeholder 7">
            <a:extLst>
              <a:ext uri="{FF2B5EF4-FFF2-40B4-BE49-F238E27FC236}">
                <a16:creationId xmlns:a16="http://schemas.microsoft.com/office/drawing/2014/main" id="{A63A1C9E-3761-4784-9F63-4DD40A410BDE}"/>
              </a:ext>
            </a:extLst>
          </p:cNvPr>
          <p:cNvSpPr>
            <a:spLocks noGrp="1"/>
          </p:cNvSpPr>
          <p:nvPr>
            <p:ph type="ftr" sz="quarter" idx="11"/>
          </p:nvPr>
        </p:nvSpPr>
        <p:spPr/>
        <p:txBody>
          <a:bodyPr/>
          <a:lstStyle/>
          <a:p>
            <a:endParaRPr lang="ar-SA"/>
          </a:p>
        </p:txBody>
      </p:sp>
      <p:sp>
        <p:nvSpPr>
          <p:cNvPr id="9" name="Slide Number Placeholder 8">
            <a:extLst>
              <a:ext uri="{FF2B5EF4-FFF2-40B4-BE49-F238E27FC236}">
                <a16:creationId xmlns:a16="http://schemas.microsoft.com/office/drawing/2014/main" id="{EF806F21-3500-935E-2C1C-C64337F49501}"/>
              </a:ext>
            </a:extLst>
          </p:cNvPr>
          <p:cNvSpPr>
            <a:spLocks noGrp="1"/>
          </p:cNvSpPr>
          <p:nvPr>
            <p:ph type="sldNum" sz="quarter" idx="12"/>
          </p:nvPr>
        </p:nvSpPr>
        <p:spPr/>
        <p:txBody>
          <a:bodyPr/>
          <a:lstStyle/>
          <a:p>
            <a:fld id="{E3827270-151D-45AF-98B1-5D9DEDF50853}" type="slidenum">
              <a:rPr lang="ar-SA" smtClean="0"/>
              <a:t>‹#›</a:t>
            </a:fld>
            <a:endParaRPr lang="ar-SA"/>
          </a:p>
        </p:txBody>
      </p:sp>
    </p:spTree>
    <p:extLst>
      <p:ext uri="{BB962C8B-B14F-4D97-AF65-F5344CB8AC3E}">
        <p14:creationId xmlns:p14="http://schemas.microsoft.com/office/powerpoint/2010/main" val="1411594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56F59-C1B3-2F8A-5F5A-16525236CB4E}"/>
              </a:ext>
            </a:extLst>
          </p:cNvPr>
          <p:cNvSpPr>
            <a:spLocks noGrp="1"/>
          </p:cNvSpPr>
          <p:nvPr>
            <p:ph type="title"/>
          </p:nvPr>
        </p:nvSpPr>
        <p:spPr/>
        <p:txBody>
          <a:bodyPr/>
          <a:lstStyle/>
          <a:p>
            <a:r>
              <a:rPr lang="en-US"/>
              <a:t>Click to edit Master title style</a:t>
            </a:r>
            <a:endParaRPr lang="ar-SA"/>
          </a:p>
        </p:txBody>
      </p:sp>
      <p:sp>
        <p:nvSpPr>
          <p:cNvPr id="3" name="Date Placeholder 2">
            <a:extLst>
              <a:ext uri="{FF2B5EF4-FFF2-40B4-BE49-F238E27FC236}">
                <a16:creationId xmlns:a16="http://schemas.microsoft.com/office/drawing/2014/main" id="{A1AE3C8B-8567-B5AB-2242-A38B28EFCE49}"/>
              </a:ext>
            </a:extLst>
          </p:cNvPr>
          <p:cNvSpPr>
            <a:spLocks noGrp="1"/>
          </p:cNvSpPr>
          <p:nvPr>
            <p:ph type="dt" sz="half" idx="10"/>
          </p:nvPr>
        </p:nvSpPr>
        <p:spPr/>
        <p:txBody>
          <a:bodyPr/>
          <a:lstStyle/>
          <a:p>
            <a:fld id="{725AC19B-8A59-43C5-8BB6-F0C2694B25B5}" type="datetimeFigureOut">
              <a:rPr lang="ar-SA" smtClean="0"/>
              <a:t>10/12/1447</a:t>
            </a:fld>
            <a:endParaRPr lang="ar-SA"/>
          </a:p>
        </p:txBody>
      </p:sp>
      <p:sp>
        <p:nvSpPr>
          <p:cNvPr id="4" name="Footer Placeholder 3">
            <a:extLst>
              <a:ext uri="{FF2B5EF4-FFF2-40B4-BE49-F238E27FC236}">
                <a16:creationId xmlns:a16="http://schemas.microsoft.com/office/drawing/2014/main" id="{E026914E-2C1E-FB90-09F0-CE4FA91620E6}"/>
              </a:ext>
            </a:extLst>
          </p:cNvPr>
          <p:cNvSpPr>
            <a:spLocks noGrp="1"/>
          </p:cNvSpPr>
          <p:nvPr>
            <p:ph type="ftr" sz="quarter" idx="11"/>
          </p:nvPr>
        </p:nvSpPr>
        <p:spPr/>
        <p:txBody>
          <a:bodyPr/>
          <a:lstStyle/>
          <a:p>
            <a:endParaRPr lang="ar-SA"/>
          </a:p>
        </p:txBody>
      </p:sp>
      <p:sp>
        <p:nvSpPr>
          <p:cNvPr id="5" name="Slide Number Placeholder 4">
            <a:extLst>
              <a:ext uri="{FF2B5EF4-FFF2-40B4-BE49-F238E27FC236}">
                <a16:creationId xmlns:a16="http://schemas.microsoft.com/office/drawing/2014/main" id="{7571C211-1CE5-B10D-C45F-5031C312DEFD}"/>
              </a:ext>
            </a:extLst>
          </p:cNvPr>
          <p:cNvSpPr>
            <a:spLocks noGrp="1"/>
          </p:cNvSpPr>
          <p:nvPr>
            <p:ph type="sldNum" sz="quarter" idx="12"/>
          </p:nvPr>
        </p:nvSpPr>
        <p:spPr/>
        <p:txBody>
          <a:bodyPr/>
          <a:lstStyle/>
          <a:p>
            <a:fld id="{E3827270-151D-45AF-98B1-5D9DEDF50853}" type="slidenum">
              <a:rPr lang="ar-SA" smtClean="0"/>
              <a:t>‹#›</a:t>
            </a:fld>
            <a:endParaRPr lang="ar-SA"/>
          </a:p>
        </p:txBody>
      </p:sp>
    </p:spTree>
    <p:extLst>
      <p:ext uri="{BB962C8B-B14F-4D97-AF65-F5344CB8AC3E}">
        <p14:creationId xmlns:p14="http://schemas.microsoft.com/office/powerpoint/2010/main" val="1011330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D9027F-64DB-8B8D-4172-5D1F805C8728}"/>
              </a:ext>
            </a:extLst>
          </p:cNvPr>
          <p:cNvSpPr>
            <a:spLocks noGrp="1"/>
          </p:cNvSpPr>
          <p:nvPr>
            <p:ph type="dt" sz="half" idx="10"/>
          </p:nvPr>
        </p:nvSpPr>
        <p:spPr/>
        <p:txBody>
          <a:bodyPr/>
          <a:lstStyle/>
          <a:p>
            <a:fld id="{725AC19B-8A59-43C5-8BB6-F0C2694B25B5}" type="datetimeFigureOut">
              <a:rPr lang="ar-SA" smtClean="0"/>
              <a:t>10/12/1447</a:t>
            </a:fld>
            <a:endParaRPr lang="ar-SA"/>
          </a:p>
        </p:txBody>
      </p:sp>
      <p:sp>
        <p:nvSpPr>
          <p:cNvPr id="3" name="Footer Placeholder 2">
            <a:extLst>
              <a:ext uri="{FF2B5EF4-FFF2-40B4-BE49-F238E27FC236}">
                <a16:creationId xmlns:a16="http://schemas.microsoft.com/office/drawing/2014/main" id="{16F72963-3172-56BB-26B9-8C821517E9A5}"/>
              </a:ext>
            </a:extLst>
          </p:cNvPr>
          <p:cNvSpPr>
            <a:spLocks noGrp="1"/>
          </p:cNvSpPr>
          <p:nvPr>
            <p:ph type="ftr" sz="quarter" idx="11"/>
          </p:nvPr>
        </p:nvSpPr>
        <p:spPr/>
        <p:txBody>
          <a:bodyPr/>
          <a:lstStyle/>
          <a:p>
            <a:endParaRPr lang="ar-SA"/>
          </a:p>
        </p:txBody>
      </p:sp>
      <p:sp>
        <p:nvSpPr>
          <p:cNvPr id="4" name="Slide Number Placeholder 3">
            <a:extLst>
              <a:ext uri="{FF2B5EF4-FFF2-40B4-BE49-F238E27FC236}">
                <a16:creationId xmlns:a16="http://schemas.microsoft.com/office/drawing/2014/main" id="{04F59A18-7EFD-3DC5-6571-2803F5B3E6E9}"/>
              </a:ext>
            </a:extLst>
          </p:cNvPr>
          <p:cNvSpPr>
            <a:spLocks noGrp="1"/>
          </p:cNvSpPr>
          <p:nvPr>
            <p:ph type="sldNum" sz="quarter" idx="12"/>
          </p:nvPr>
        </p:nvSpPr>
        <p:spPr/>
        <p:txBody>
          <a:bodyPr/>
          <a:lstStyle/>
          <a:p>
            <a:fld id="{E3827270-151D-45AF-98B1-5D9DEDF50853}" type="slidenum">
              <a:rPr lang="ar-SA" smtClean="0"/>
              <a:t>‹#›</a:t>
            </a:fld>
            <a:endParaRPr lang="ar-SA"/>
          </a:p>
        </p:txBody>
      </p:sp>
    </p:spTree>
    <p:extLst>
      <p:ext uri="{BB962C8B-B14F-4D97-AF65-F5344CB8AC3E}">
        <p14:creationId xmlns:p14="http://schemas.microsoft.com/office/powerpoint/2010/main" val="334688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7CB63-2FF7-FAC9-8FE2-EF772E286D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SA"/>
          </a:p>
        </p:txBody>
      </p:sp>
      <p:sp>
        <p:nvSpPr>
          <p:cNvPr id="3" name="Content Placeholder 2">
            <a:extLst>
              <a:ext uri="{FF2B5EF4-FFF2-40B4-BE49-F238E27FC236}">
                <a16:creationId xmlns:a16="http://schemas.microsoft.com/office/drawing/2014/main" id="{B27EF96B-19C4-F2A6-6526-13EA86B7C7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Text Placeholder 3">
            <a:extLst>
              <a:ext uri="{FF2B5EF4-FFF2-40B4-BE49-F238E27FC236}">
                <a16:creationId xmlns:a16="http://schemas.microsoft.com/office/drawing/2014/main" id="{69633FA1-30AE-2D34-E61B-BFECAFA58B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1DAD60-E5DE-06C0-3353-F7D45A47FFF6}"/>
              </a:ext>
            </a:extLst>
          </p:cNvPr>
          <p:cNvSpPr>
            <a:spLocks noGrp="1"/>
          </p:cNvSpPr>
          <p:nvPr>
            <p:ph type="dt" sz="half" idx="10"/>
          </p:nvPr>
        </p:nvSpPr>
        <p:spPr/>
        <p:txBody>
          <a:bodyPr/>
          <a:lstStyle/>
          <a:p>
            <a:fld id="{725AC19B-8A59-43C5-8BB6-F0C2694B25B5}" type="datetimeFigureOut">
              <a:rPr lang="ar-SA" smtClean="0"/>
              <a:t>10/12/1447</a:t>
            </a:fld>
            <a:endParaRPr lang="ar-SA"/>
          </a:p>
        </p:txBody>
      </p:sp>
      <p:sp>
        <p:nvSpPr>
          <p:cNvPr id="6" name="Footer Placeholder 5">
            <a:extLst>
              <a:ext uri="{FF2B5EF4-FFF2-40B4-BE49-F238E27FC236}">
                <a16:creationId xmlns:a16="http://schemas.microsoft.com/office/drawing/2014/main" id="{B5EAF77B-6656-0900-D701-887D64B2F90F}"/>
              </a:ext>
            </a:extLst>
          </p:cNvPr>
          <p:cNvSpPr>
            <a:spLocks noGrp="1"/>
          </p:cNvSpPr>
          <p:nvPr>
            <p:ph type="ftr" sz="quarter" idx="11"/>
          </p:nvPr>
        </p:nvSpPr>
        <p:spPr/>
        <p:txBody>
          <a:bodyPr/>
          <a:lstStyle/>
          <a:p>
            <a:endParaRPr lang="ar-SA"/>
          </a:p>
        </p:txBody>
      </p:sp>
      <p:sp>
        <p:nvSpPr>
          <p:cNvPr id="7" name="Slide Number Placeholder 6">
            <a:extLst>
              <a:ext uri="{FF2B5EF4-FFF2-40B4-BE49-F238E27FC236}">
                <a16:creationId xmlns:a16="http://schemas.microsoft.com/office/drawing/2014/main" id="{609C05C9-551F-CCC3-9B89-4D6DD20F96AC}"/>
              </a:ext>
            </a:extLst>
          </p:cNvPr>
          <p:cNvSpPr>
            <a:spLocks noGrp="1"/>
          </p:cNvSpPr>
          <p:nvPr>
            <p:ph type="sldNum" sz="quarter" idx="12"/>
          </p:nvPr>
        </p:nvSpPr>
        <p:spPr/>
        <p:txBody>
          <a:bodyPr/>
          <a:lstStyle/>
          <a:p>
            <a:fld id="{E3827270-151D-45AF-98B1-5D9DEDF50853}" type="slidenum">
              <a:rPr lang="ar-SA" smtClean="0"/>
              <a:t>‹#›</a:t>
            </a:fld>
            <a:endParaRPr lang="ar-SA"/>
          </a:p>
        </p:txBody>
      </p:sp>
    </p:spTree>
    <p:extLst>
      <p:ext uri="{BB962C8B-B14F-4D97-AF65-F5344CB8AC3E}">
        <p14:creationId xmlns:p14="http://schemas.microsoft.com/office/powerpoint/2010/main" val="2474607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B84FA-EA59-D371-066D-7667679DE0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SA"/>
          </a:p>
        </p:txBody>
      </p:sp>
      <p:sp>
        <p:nvSpPr>
          <p:cNvPr id="3" name="Picture Placeholder 2">
            <a:extLst>
              <a:ext uri="{FF2B5EF4-FFF2-40B4-BE49-F238E27FC236}">
                <a16:creationId xmlns:a16="http://schemas.microsoft.com/office/drawing/2014/main" id="{959F7627-5E42-A81B-1335-B615ABE5E2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Text Placeholder 3">
            <a:extLst>
              <a:ext uri="{FF2B5EF4-FFF2-40B4-BE49-F238E27FC236}">
                <a16:creationId xmlns:a16="http://schemas.microsoft.com/office/drawing/2014/main" id="{488DC14D-BDFD-640E-DA9F-4510D95810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73EAB2-8CBE-56DF-EA6C-55CD1D7F2497}"/>
              </a:ext>
            </a:extLst>
          </p:cNvPr>
          <p:cNvSpPr>
            <a:spLocks noGrp="1"/>
          </p:cNvSpPr>
          <p:nvPr>
            <p:ph type="dt" sz="half" idx="10"/>
          </p:nvPr>
        </p:nvSpPr>
        <p:spPr/>
        <p:txBody>
          <a:bodyPr/>
          <a:lstStyle/>
          <a:p>
            <a:fld id="{725AC19B-8A59-43C5-8BB6-F0C2694B25B5}" type="datetimeFigureOut">
              <a:rPr lang="ar-SA" smtClean="0"/>
              <a:t>10/12/1447</a:t>
            </a:fld>
            <a:endParaRPr lang="ar-SA"/>
          </a:p>
        </p:txBody>
      </p:sp>
      <p:sp>
        <p:nvSpPr>
          <p:cNvPr id="6" name="Footer Placeholder 5">
            <a:extLst>
              <a:ext uri="{FF2B5EF4-FFF2-40B4-BE49-F238E27FC236}">
                <a16:creationId xmlns:a16="http://schemas.microsoft.com/office/drawing/2014/main" id="{A7F98194-E11A-A5B5-BF88-EF02E6B3830A}"/>
              </a:ext>
            </a:extLst>
          </p:cNvPr>
          <p:cNvSpPr>
            <a:spLocks noGrp="1"/>
          </p:cNvSpPr>
          <p:nvPr>
            <p:ph type="ftr" sz="quarter" idx="11"/>
          </p:nvPr>
        </p:nvSpPr>
        <p:spPr/>
        <p:txBody>
          <a:bodyPr/>
          <a:lstStyle/>
          <a:p>
            <a:endParaRPr lang="ar-SA"/>
          </a:p>
        </p:txBody>
      </p:sp>
      <p:sp>
        <p:nvSpPr>
          <p:cNvPr id="7" name="Slide Number Placeholder 6">
            <a:extLst>
              <a:ext uri="{FF2B5EF4-FFF2-40B4-BE49-F238E27FC236}">
                <a16:creationId xmlns:a16="http://schemas.microsoft.com/office/drawing/2014/main" id="{2E6B1AA9-F149-F827-2D93-CDF9EC5C8C8B}"/>
              </a:ext>
            </a:extLst>
          </p:cNvPr>
          <p:cNvSpPr>
            <a:spLocks noGrp="1"/>
          </p:cNvSpPr>
          <p:nvPr>
            <p:ph type="sldNum" sz="quarter" idx="12"/>
          </p:nvPr>
        </p:nvSpPr>
        <p:spPr/>
        <p:txBody>
          <a:bodyPr/>
          <a:lstStyle/>
          <a:p>
            <a:fld id="{E3827270-151D-45AF-98B1-5D9DEDF50853}" type="slidenum">
              <a:rPr lang="ar-SA" smtClean="0"/>
              <a:t>‹#›</a:t>
            </a:fld>
            <a:endParaRPr lang="ar-SA"/>
          </a:p>
        </p:txBody>
      </p:sp>
    </p:spTree>
    <p:extLst>
      <p:ext uri="{BB962C8B-B14F-4D97-AF65-F5344CB8AC3E}">
        <p14:creationId xmlns:p14="http://schemas.microsoft.com/office/powerpoint/2010/main" val="1946080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ED548-C73F-E918-BB6D-D8D213D79704}"/>
              </a:ext>
            </a:extLst>
          </p:cNvPr>
          <p:cNvSpPr>
            <a:spLocks noGrp="1"/>
          </p:cNvSpPr>
          <p:nvPr>
            <p:ph type="title"/>
          </p:nvPr>
        </p:nvSpPr>
        <p:spPr/>
        <p:txBody>
          <a:bodyPr/>
          <a:lstStyle/>
          <a:p>
            <a:r>
              <a:rPr lang="en-US"/>
              <a:t>Click to edit Master title style</a:t>
            </a:r>
            <a:endParaRPr lang="ar-SA"/>
          </a:p>
        </p:txBody>
      </p:sp>
      <p:sp>
        <p:nvSpPr>
          <p:cNvPr id="3" name="Vertical Text Placeholder 2">
            <a:extLst>
              <a:ext uri="{FF2B5EF4-FFF2-40B4-BE49-F238E27FC236}">
                <a16:creationId xmlns:a16="http://schemas.microsoft.com/office/drawing/2014/main" id="{55EBC233-D291-6D06-938C-D8322F1E46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Date Placeholder 3">
            <a:extLst>
              <a:ext uri="{FF2B5EF4-FFF2-40B4-BE49-F238E27FC236}">
                <a16:creationId xmlns:a16="http://schemas.microsoft.com/office/drawing/2014/main" id="{B2BA2BF2-8F6A-0CF0-FC25-002312EC6904}"/>
              </a:ext>
            </a:extLst>
          </p:cNvPr>
          <p:cNvSpPr>
            <a:spLocks noGrp="1"/>
          </p:cNvSpPr>
          <p:nvPr>
            <p:ph type="dt" sz="half" idx="10"/>
          </p:nvPr>
        </p:nvSpPr>
        <p:spPr/>
        <p:txBody>
          <a:bodyPr/>
          <a:lstStyle/>
          <a:p>
            <a:fld id="{725AC19B-8A59-43C5-8BB6-F0C2694B25B5}" type="datetimeFigureOut">
              <a:rPr lang="ar-SA" smtClean="0"/>
              <a:t>10/12/1447</a:t>
            </a:fld>
            <a:endParaRPr lang="ar-SA"/>
          </a:p>
        </p:txBody>
      </p:sp>
      <p:sp>
        <p:nvSpPr>
          <p:cNvPr id="5" name="Footer Placeholder 4">
            <a:extLst>
              <a:ext uri="{FF2B5EF4-FFF2-40B4-BE49-F238E27FC236}">
                <a16:creationId xmlns:a16="http://schemas.microsoft.com/office/drawing/2014/main" id="{D7BB4F71-F22B-9183-B214-93E1B5875B02}"/>
              </a:ext>
            </a:extLst>
          </p:cNvPr>
          <p:cNvSpPr>
            <a:spLocks noGrp="1"/>
          </p:cNvSpPr>
          <p:nvPr>
            <p:ph type="ftr" sz="quarter" idx="11"/>
          </p:nvPr>
        </p:nvSpPr>
        <p:spPr/>
        <p:txBody>
          <a:bodyPr/>
          <a:lstStyle/>
          <a:p>
            <a:endParaRPr lang="ar-SA"/>
          </a:p>
        </p:txBody>
      </p:sp>
      <p:sp>
        <p:nvSpPr>
          <p:cNvPr id="6" name="Slide Number Placeholder 5">
            <a:extLst>
              <a:ext uri="{FF2B5EF4-FFF2-40B4-BE49-F238E27FC236}">
                <a16:creationId xmlns:a16="http://schemas.microsoft.com/office/drawing/2014/main" id="{390268B4-C06D-8E58-8490-482C1DDA6CC8}"/>
              </a:ext>
            </a:extLst>
          </p:cNvPr>
          <p:cNvSpPr>
            <a:spLocks noGrp="1"/>
          </p:cNvSpPr>
          <p:nvPr>
            <p:ph type="sldNum" sz="quarter" idx="12"/>
          </p:nvPr>
        </p:nvSpPr>
        <p:spPr/>
        <p:txBody>
          <a:bodyPr/>
          <a:lstStyle/>
          <a:p>
            <a:fld id="{E3827270-151D-45AF-98B1-5D9DEDF50853}" type="slidenum">
              <a:rPr lang="ar-SA" smtClean="0"/>
              <a:t>‹#›</a:t>
            </a:fld>
            <a:endParaRPr lang="ar-SA"/>
          </a:p>
        </p:txBody>
      </p:sp>
    </p:spTree>
    <p:extLst>
      <p:ext uri="{BB962C8B-B14F-4D97-AF65-F5344CB8AC3E}">
        <p14:creationId xmlns:p14="http://schemas.microsoft.com/office/powerpoint/2010/main" val="3306106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965C3C-9ABC-DB2E-9D2C-0069490A1EB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ar-SA"/>
          </a:p>
        </p:txBody>
      </p:sp>
      <p:sp>
        <p:nvSpPr>
          <p:cNvPr id="3" name="Vertical Text Placeholder 2">
            <a:extLst>
              <a:ext uri="{FF2B5EF4-FFF2-40B4-BE49-F238E27FC236}">
                <a16:creationId xmlns:a16="http://schemas.microsoft.com/office/drawing/2014/main" id="{B23A615D-AF9D-8D9B-DD74-014D491CB0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Date Placeholder 3">
            <a:extLst>
              <a:ext uri="{FF2B5EF4-FFF2-40B4-BE49-F238E27FC236}">
                <a16:creationId xmlns:a16="http://schemas.microsoft.com/office/drawing/2014/main" id="{12979E1E-FF9F-4FB1-068C-A6A8F1D1BD81}"/>
              </a:ext>
            </a:extLst>
          </p:cNvPr>
          <p:cNvSpPr>
            <a:spLocks noGrp="1"/>
          </p:cNvSpPr>
          <p:nvPr>
            <p:ph type="dt" sz="half" idx="10"/>
          </p:nvPr>
        </p:nvSpPr>
        <p:spPr/>
        <p:txBody>
          <a:bodyPr/>
          <a:lstStyle/>
          <a:p>
            <a:fld id="{725AC19B-8A59-43C5-8BB6-F0C2694B25B5}" type="datetimeFigureOut">
              <a:rPr lang="ar-SA" smtClean="0"/>
              <a:t>10/12/1447</a:t>
            </a:fld>
            <a:endParaRPr lang="ar-SA"/>
          </a:p>
        </p:txBody>
      </p:sp>
      <p:sp>
        <p:nvSpPr>
          <p:cNvPr id="5" name="Footer Placeholder 4">
            <a:extLst>
              <a:ext uri="{FF2B5EF4-FFF2-40B4-BE49-F238E27FC236}">
                <a16:creationId xmlns:a16="http://schemas.microsoft.com/office/drawing/2014/main" id="{2D785400-9726-D720-B796-181FB48460FE}"/>
              </a:ext>
            </a:extLst>
          </p:cNvPr>
          <p:cNvSpPr>
            <a:spLocks noGrp="1"/>
          </p:cNvSpPr>
          <p:nvPr>
            <p:ph type="ftr" sz="quarter" idx="11"/>
          </p:nvPr>
        </p:nvSpPr>
        <p:spPr/>
        <p:txBody>
          <a:bodyPr/>
          <a:lstStyle/>
          <a:p>
            <a:endParaRPr lang="ar-SA"/>
          </a:p>
        </p:txBody>
      </p:sp>
      <p:sp>
        <p:nvSpPr>
          <p:cNvPr id="6" name="Slide Number Placeholder 5">
            <a:extLst>
              <a:ext uri="{FF2B5EF4-FFF2-40B4-BE49-F238E27FC236}">
                <a16:creationId xmlns:a16="http://schemas.microsoft.com/office/drawing/2014/main" id="{9DAC0584-5C9D-D5F6-24AB-C3CB73BAD391}"/>
              </a:ext>
            </a:extLst>
          </p:cNvPr>
          <p:cNvSpPr>
            <a:spLocks noGrp="1"/>
          </p:cNvSpPr>
          <p:nvPr>
            <p:ph type="sldNum" sz="quarter" idx="12"/>
          </p:nvPr>
        </p:nvSpPr>
        <p:spPr/>
        <p:txBody>
          <a:bodyPr/>
          <a:lstStyle/>
          <a:p>
            <a:fld id="{E3827270-151D-45AF-98B1-5D9DEDF50853}" type="slidenum">
              <a:rPr lang="ar-SA" smtClean="0"/>
              <a:t>‹#›</a:t>
            </a:fld>
            <a:endParaRPr lang="ar-SA"/>
          </a:p>
        </p:txBody>
      </p:sp>
    </p:spTree>
    <p:extLst>
      <p:ext uri="{BB962C8B-B14F-4D97-AF65-F5344CB8AC3E}">
        <p14:creationId xmlns:p14="http://schemas.microsoft.com/office/powerpoint/2010/main" val="3692554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99A27B-A198-B38C-D229-FB576D251A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ar-SA"/>
          </a:p>
        </p:txBody>
      </p:sp>
      <p:sp>
        <p:nvSpPr>
          <p:cNvPr id="3" name="Text Placeholder 2">
            <a:extLst>
              <a:ext uri="{FF2B5EF4-FFF2-40B4-BE49-F238E27FC236}">
                <a16:creationId xmlns:a16="http://schemas.microsoft.com/office/drawing/2014/main" id="{3D950981-6A85-DFA3-94E6-34FE16623B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4" name="Date Placeholder 3">
            <a:extLst>
              <a:ext uri="{FF2B5EF4-FFF2-40B4-BE49-F238E27FC236}">
                <a16:creationId xmlns:a16="http://schemas.microsoft.com/office/drawing/2014/main" id="{F5D87ED6-EA9F-FA2B-4F79-C593AC08FF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5AC19B-8A59-43C5-8BB6-F0C2694B25B5}" type="datetimeFigureOut">
              <a:rPr lang="ar-SA" smtClean="0"/>
              <a:t>10/12/1447</a:t>
            </a:fld>
            <a:endParaRPr lang="ar-SA"/>
          </a:p>
        </p:txBody>
      </p:sp>
      <p:sp>
        <p:nvSpPr>
          <p:cNvPr id="5" name="Footer Placeholder 4">
            <a:extLst>
              <a:ext uri="{FF2B5EF4-FFF2-40B4-BE49-F238E27FC236}">
                <a16:creationId xmlns:a16="http://schemas.microsoft.com/office/drawing/2014/main" id="{67650010-561A-4801-07D2-8D8F4A1505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ar-SA"/>
          </a:p>
        </p:txBody>
      </p:sp>
      <p:sp>
        <p:nvSpPr>
          <p:cNvPr id="6" name="Slide Number Placeholder 5">
            <a:extLst>
              <a:ext uri="{FF2B5EF4-FFF2-40B4-BE49-F238E27FC236}">
                <a16:creationId xmlns:a16="http://schemas.microsoft.com/office/drawing/2014/main" id="{E73659E5-B0FC-60B1-54FD-A4474D2DE8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827270-151D-45AF-98B1-5D9DEDF50853}" type="slidenum">
              <a:rPr lang="ar-SA" smtClean="0"/>
              <a:t>‹#›</a:t>
            </a:fld>
            <a:endParaRPr lang="ar-SA"/>
          </a:p>
        </p:txBody>
      </p:sp>
    </p:spTree>
    <p:extLst>
      <p:ext uri="{BB962C8B-B14F-4D97-AF65-F5344CB8AC3E}">
        <p14:creationId xmlns:p14="http://schemas.microsoft.com/office/powerpoint/2010/main" val="2687990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microsoft.com/office/2018/10/relationships/comments" Target="../comments/modernComment_100_52749D2E.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06_5154BF5A.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E7367-A17F-4C1F-045E-694FAEC99ADA}"/>
              </a:ext>
            </a:extLst>
          </p:cNvPr>
          <p:cNvSpPr>
            <a:spLocks noGrp="1"/>
          </p:cNvSpPr>
          <p:nvPr>
            <p:ph type="ctrTitle"/>
          </p:nvPr>
        </p:nvSpPr>
        <p:spPr/>
        <p:txBody>
          <a:bodyPr>
            <a:normAutofit fontScale="90000"/>
          </a:bodyPr>
          <a:lstStyle/>
          <a:p>
            <a:br>
              <a:rPr lang="en-US" sz="3600" b="1" dirty="0"/>
            </a:br>
            <a:br>
              <a:rPr lang="en-US" sz="3600" b="1" dirty="0"/>
            </a:br>
            <a:br>
              <a:rPr lang="en-US" sz="3600" b="1" dirty="0"/>
            </a:br>
            <a:br>
              <a:rPr lang="en-US" sz="3600" b="1" dirty="0"/>
            </a:br>
            <a:br>
              <a:rPr lang="en-US" sz="3600" b="1" dirty="0"/>
            </a:br>
            <a:br>
              <a:rPr lang="en-US" b="1" dirty="0"/>
            </a:br>
            <a:br>
              <a:rPr lang="en-US" dirty="0"/>
            </a:br>
            <a:endParaRPr lang="ar-SA" dirty="0"/>
          </a:p>
        </p:txBody>
      </p:sp>
      <p:sp>
        <p:nvSpPr>
          <p:cNvPr id="4" name="TextBox 3">
            <a:extLst>
              <a:ext uri="{FF2B5EF4-FFF2-40B4-BE49-F238E27FC236}">
                <a16:creationId xmlns:a16="http://schemas.microsoft.com/office/drawing/2014/main" id="{29C74F34-1035-FA5F-10A2-4BE7400AAC92}"/>
              </a:ext>
            </a:extLst>
          </p:cNvPr>
          <p:cNvSpPr txBox="1"/>
          <p:nvPr/>
        </p:nvSpPr>
        <p:spPr>
          <a:xfrm>
            <a:off x="1432560" y="2555856"/>
            <a:ext cx="8955024" cy="1200329"/>
          </a:xfrm>
          <a:prstGeom prst="rect">
            <a:avLst/>
          </a:prstGeom>
          <a:noFill/>
        </p:spPr>
        <p:txBody>
          <a:bodyPr wrap="square" rtlCol="1">
            <a:spAutoFit/>
          </a:bodyPr>
          <a:lstStyle/>
          <a:p>
            <a:pPr algn="ctr"/>
            <a:r>
              <a:rPr lang="en-US" sz="3600" b="1" dirty="0"/>
              <a:t>Use machine learning </a:t>
            </a:r>
            <a:r>
              <a:rPr lang="en-US" sz="3600" b="1" dirty="0" err="1"/>
              <a:t>XGBoost</a:t>
            </a:r>
            <a:r>
              <a:rPr lang="en-US" sz="3600" b="1" dirty="0"/>
              <a:t> to improve the prediction of breast cancer risk</a:t>
            </a:r>
            <a:endParaRPr lang="ar-SA" sz="3600" dirty="0"/>
          </a:p>
        </p:txBody>
      </p:sp>
    </p:spTree>
    <p:extLst>
      <p:ext uri="{BB962C8B-B14F-4D97-AF65-F5344CB8AC3E}">
        <p14:creationId xmlns:p14="http://schemas.microsoft.com/office/powerpoint/2010/main" val="1383374126"/>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0C0FFF-0E6F-8D72-B09B-202F49F878FD}"/>
              </a:ext>
            </a:extLst>
          </p:cNvPr>
          <p:cNvSpPr txBox="1"/>
          <p:nvPr/>
        </p:nvSpPr>
        <p:spPr>
          <a:xfrm>
            <a:off x="950976" y="1900595"/>
            <a:ext cx="3584448" cy="461665"/>
          </a:xfrm>
          <a:prstGeom prst="rect">
            <a:avLst/>
          </a:prstGeom>
          <a:noFill/>
        </p:spPr>
        <p:txBody>
          <a:bodyPr wrap="square" rtlCol="1">
            <a:spAutoFit/>
          </a:bodyPr>
          <a:lstStyle/>
          <a:p>
            <a:r>
              <a:rPr lang="ar-SA" sz="2400" b="1" dirty="0" err="1"/>
              <a:t>Why</a:t>
            </a:r>
            <a:r>
              <a:rPr lang="ar-SA" sz="2400" b="1" dirty="0"/>
              <a:t> </a:t>
            </a:r>
            <a:r>
              <a:rPr lang="ar-SA" sz="2400" b="1" dirty="0" err="1"/>
              <a:t>This</a:t>
            </a:r>
            <a:r>
              <a:rPr lang="ar-SA" sz="2400" b="1" dirty="0"/>
              <a:t> </a:t>
            </a:r>
            <a:r>
              <a:rPr lang="ar-SA" sz="2400" b="1" dirty="0" err="1"/>
              <a:t>Topic</a:t>
            </a:r>
            <a:r>
              <a:rPr lang="ar-SA" sz="2400" b="1" dirty="0"/>
              <a:t> </a:t>
            </a:r>
            <a:r>
              <a:rPr lang="ar-SA" sz="2400" b="1" dirty="0" err="1"/>
              <a:t>Matters</a:t>
            </a:r>
            <a:r>
              <a:rPr lang="en-US" sz="2400" b="1" dirty="0"/>
              <a:t>?</a:t>
            </a:r>
            <a:endParaRPr lang="ar-SA" sz="2400" b="1" dirty="0"/>
          </a:p>
        </p:txBody>
      </p:sp>
      <p:sp>
        <p:nvSpPr>
          <p:cNvPr id="7" name="Rectangle 4">
            <a:extLst>
              <a:ext uri="{FF2B5EF4-FFF2-40B4-BE49-F238E27FC236}">
                <a16:creationId xmlns:a16="http://schemas.microsoft.com/office/drawing/2014/main" id="{EBD41FF6-74CA-7FF3-113F-88B006735438}"/>
              </a:ext>
            </a:extLst>
          </p:cNvPr>
          <p:cNvSpPr>
            <a:spLocks noChangeArrowheads="1"/>
          </p:cNvSpPr>
          <p:nvPr/>
        </p:nvSpPr>
        <p:spPr bwMode="auto">
          <a:xfrm>
            <a:off x="868680" y="2556749"/>
            <a:ext cx="896112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ar-SA" altLang="ar-SA" sz="20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Breast</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cancer</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affects</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millions</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of</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women</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worldwide</a:t>
            </a:r>
            <a:r>
              <a:rPr lang="en-US" altLang="ar-SA" sz="2000" dirty="0">
                <a:latin typeface="Arial" panose="020B0604020202020204" pitchFamily="34" charset="0"/>
              </a:rPr>
              <a:t>.</a:t>
            </a:r>
            <a:r>
              <a:rPr kumimoji="0" lang="ar-SA" altLang="ar-SA" sz="2000" b="0"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Early</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prediction</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improves</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survival</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rates</a:t>
            </a:r>
            <a:r>
              <a:rPr kumimoji="0" lang="en-US" altLang="ar-SA" sz="2000" b="0" i="0" u="none" strike="noStrike" cap="none" normalizeH="0" baseline="0" dirty="0">
                <a:ln>
                  <a:noFill/>
                </a:ln>
                <a:solidFill>
                  <a:schemeClr val="tx1"/>
                </a:solidFill>
                <a:effectLst/>
                <a:latin typeface="Arial" panose="020B0604020202020204" pitchFamily="34" charset="0"/>
              </a:rPr>
              <a:t>.</a:t>
            </a:r>
            <a:endParaRPr kumimoji="0" lang="ar-SA" altLang="ar-SA" sz="20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Machine</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learning</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can</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improve</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diagnostic</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accuracy</a:t>
            </a:r>
            <a:r>
              <a:rPr kumimoji="0" lang="en-US" altLang="ar-SA" sz="2000" b="0" i="0" u="none" strike="noStrike" cap="none" normalizeH="0" baseline="0" dirty="0">
                <a:ln>
                  <a:noFill/>
                </a:ln>
                <a:solidFill>
                  <a:schemeClr val="tx1"/>
                </a:solidFill>
                <a:effectLst/>
                <a:latin typeface="Arial" panose="020B0604020202020204" pitchFamily="34" charset="0"/>
              </a:rPr>
              <a:t>.</a:t>
            </a:r>
            <a:endParaRPr kumimoji="0" lang="ar-SA" altLang="ar-SA" sz="2000" b="0" i="0" u="none" strike="noStrike" cap="none" normalizeH="0" baseline="0" dirty="0">
              <a:ln>
                <a:noFill/>
              </a:ln>
              <a:solidFill>
                <a:schemeClr val="tx1"/>
              </a:solidFill>
              <a:effectLst/>
              <a:latin typeface="Arial" panose="020B0604020202020204" pitchFamily="34" charset="0"/>
            </a:endParaRPr>
          </a:p>
          <a:p>
            <a:pPr marL="342900" indent="-342900" eaLnBrk="0" fontAlgn="base" hangingPunct="0">
              <a:spcBef>
                <a:spcPct val="0"/>
              </a:spcBef>
              <a:spcAft>
                <a:spcPct val="0"/>
              </a:spcAft>
              <a:buFont typeface="Arial" panose="020B0604020202020204" pitchFamily="34" charset="0"/>
              <a:buChar char="•"/>
            </a:pPr>
            <a:r>
              <a:rPr lang="ar-SA" altLang="ar-SA" sz="2000" dirty="0">
                <a:latin typeface="Arial" panose="020B0604020202020204" pitchFamily="34" charset="0"/>
              </a:rPr>
              <a:t> </a:t>
            </a:r>
            <a:r>
              <a:rPr lang="ar-SA" altLang="ar-SA" sz="2000" dirty="0" err="1">
                <a:latin typeface="Arial" panose="020B0604020202020204" pitchFamily="34" charset="0"/>
              </a:rPr>
              <a:t>Bioinformatics</a:t>
            </a:r>
            <a:r>
              <a:rPr lang="ar-SA" altLang="ar-SA" sz="2000" dirty="0">
                <a:latin typeface="Arial" panose="020B0604020202020204" pitchFamily="34" charset="0"/>
              </a:rPr>
              <a:t> </a:t>
            </a:r>
            <a:r>
              <a:rPr lang="ar-SA" altLang="ar-SA" sz="2000" dirty="0" err="1">
                <a:latin typeface="Arial" panose="020B0604020202020204" pitchFamily="34" charset="0"/>
              </a:rPr>
              <a:t>enables</a:t>
            </a:r>
            <a:r>
              <a:rPr lang="ar-SA" altLang="ar-SA" sz="2000" dirty="0">
                <a:latin typeface="Arial" panose="020B0604020202020204" pitchFamily="34" charset="0"/>
              </a:rPr>
              <a:t> </a:t>
            </a:r>
            <a:r>
              <a:rPr lang="ar-SA" altLang="ar-SA" sz="2000" dirty="0" err="1">
                <a:latin typeface="Arial" panose="020B0604020202020204" pitchFamily="34" charset="0"/>
              </a:rPr>
              <a:t>analysis</a:t>
            </a:r>
            <a:r>
              <a:rPr lang="ar-SA" altLang="ar-SA" sz="2000" dirty="0">
                <a:latin typeface="Arial" panose="020B0604020202020204" pitchFamily="34" charset="0"/>
              </a:rPr>
              <a:t> </a:t>
            </a:r>
            <a:r>
              <a:rPr lang="ar-SA" altLang="ar-SA" sz="2000" dirty="0" err="1">
                <a:latin typeface="Arial" panose="020B0604020202020204" pitchFamily="34" charset="0"/>
              </a:rPr>
              <a:t>of</a:t>
            </a:r>
            <a:r>
              <a:rPr lang="ar-SA" altLang="ar-SA" sz="2000" dirty="0">
                <a:latin typeface="Arial" panose="020B0604020202020204" pitchFamily="34" charset="0"/>
              </a:rPr>
              <a:t> </a:t>
            </a:r>
            <a:r>
              <a:rPr lang="ar-SA" altLang="ar-SA" sz="2000" dirty="0" err="1">
                <a:latin typeface="Arial" panose="020B0604020202020204" pitchFamily="34" charset="0"/>
              </a:rPr>
              <a:t>large</a:t>
            </a:r>
            <a:r>
              <a:rPr lang="ar-SA" altLang="ar-SA" sz="2000" dirty="0">
                <a:latin typeface="Arial" panose="020B0604020202020204" pitchFamily="34" charset="0"/>
              </a:rPr>
              <a:t> </a:t>
            </a:r>
            <a:r>
              <a:rPr lang="ar-SA" altLang="ar-SA" sz="2000" dirty="0" err="1">
                <a:latin typeface="Arial" panose="020B0604020202020204" pitchFamily="34" charset="0"/>
              </a:rPr>
              <a:t>genomic</a:t>
            </a:r>
            <a:r>
              <a:rPr lang="ar-SA" altLang="ar-SA" sz="2000" dirty="0">
                <a:latin typeface="Arial" panose="020B0604020202020204" pitchFamily="34" charset="0"/>
              </a:rPr>
              <a:t> </a:t>
            </a:r>
            <a:r>
              <a:rPr lang="ar-SA" altLang="ar-SA" sz="2000" dirty="0" err="1">
                <a:latin typeface="Arial" panose="020B0604020202020204" pitchFamily="34" charset="0"/>
              </a:rPr>
              <a:t>datasets</a:t>
            </a:r>
            <a:r>
              <a:rPr lang="en-US" altLang="ar-SA" sz="2000" dirty="0">
                <a:latin typeface="Arial" panose="020B0604020202020204" pitchFamily="34" charset="0"/>
              </a:rPr>
              <a:t>.</a:t>
            </a:r>
            <a:r>
              <a:rPr lang="ar-SA" altLang="ar-SA" sz="2000" dirty="0">
                <a:latin typeface="Arial" panose="020B0604020202020204" pitchFamily="34" charset="0"/>
              </a:rPr>
              <a:t> </a:t>
            </a:r>
          </a:p>
          <a:p>
            <a:pPr marR="0" lvl="0" algn="l" defTabSz="914400" rtl="0" eaLnBrk="0" fontAlgn="base" latinLnBrk="0" hangingPunct="0">
              <a:lnSpc>
                <a:spcPct val="100000"/>
              </a:lnSpc>
              <a:spcBef>
                <a:spcPct val="0"/>
              </a:spcBef>
              <a:spcAft>
                <a:spcPct val="0"/>
              </a:spcAft>
              <a:buClrTx/>
              <a:buSzTx/>
              <a:tabLst/>
            </a:pPr>
            <a:endParaRPr kumimoji="0" lang="ar-SA" altLang="ar-SA"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12326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B6DC015-8F43-AA47-BA15-A703F67479D6}"/>
              </a:ext>
            </a:extLst>
          </p:cNvPr>
          <p:cNvSpPr txBox="1"/>
          <p:nvPr/>
        </p:nvSpPr>
        <p:spPr>
          <a:xfrm>
            <a:off x="4946142" y="1570303"/>
            <a:ext cx="2299716" cy="461665"/>
          </a:xfrm>
          <a:prstGeom prst="rect">
            <a:avLst/>
          </a:prstGeom>
          <a:noFill/>
        </p:spPr>
        <p:txBody>
          <a:bodyPr wrap="square" rtlCol="1">
            <a:spAutoFit/>
          </a:bodyPr>
          <a:lstStyle/>
          <a:p>
            <a:r>
              <a:rPr lang="ar-SA" sz="2400" b="1" dirty="0" err="1"/>
              <a:t>Research</a:t>
            </a:r>
            <a:r>
              <a:rPr lang="ar-SA" sz="2400" b="1" dirty="0"/>
              <a:t> </a:t>
            </a:r>
            <a:r>
              <a:rPr lang="ar-SA" sz="2400" b="1" dirty="0" err="1"/>
              <a:t>Gap</a:t>
            </a:r>
            <a:endParaRPr lang="ar-SA" sz="2400" b="1" dirty="0"/>
          </a:p>
        </p:txBody>
      </p:sp>
      <p:sp>
        <p:nvSpPr>
          <p:cNvPr id="5" name="TextBox 4">
            <a:extLst>
              <a:ext uri="{FF2B5EF4-FFF2-40B4-BE49-F238E27FC236}">
                <a16:creationId xmlns:a16="http://schemas.microsoft.com/office/drawing/2014/main" id="{D3884B45-029A-83BA-D0A8-7CAE737FDB8C}"/>
              </a:ext>
            </a:extLst>
          </p:cNvPr>
          <p:cNvSpPr txBox="1"/>
          <p:nvPr/>
        </p:nvSpPr>
        <p:spPr>
          <a:xfrm>
            <a:off x="799338" y="2459736"/>
            <a:ext cx="5532120" cy="646331"/>
          </a:xfrm>
          <a:prstGeom prst="rect">
            <a:avLst/>
          </a:prstGeom>
          <a:noFill/>
        </p:spPr>
        <p:txBody>
          <a:bodyPr wrap="square" rtlCol="1">
            <a:spAutoFit/>
          </a:bodyPr>
          <a:lstStyle/>
          <a:p>
            <a:r>
              <a:rPr lang="ar-SA" b="1" dirty="0" err="1"/>
              <a:t>Current</a:t>
            </a:r>
            <a:r>
              <a:rPr lang="ar-SA" b="1" dirty="0"/>
              <a:t> </a:t>
            </a:r>
            <a:r>
              <a:rPr lang="ar-SA" b="1" dirty="0" err="1"/>
              <a:t>Limitations</a:t>
            </a:r>
            <a:r>
              <a:rPr lang="ar-SA" b="1" dirty="0"/>
              <a:t> </a:t>
            </a:r>
            <a:r>
              <a:rPr lang="ar-SA" b="1" dirty="0" err="1"/>
              <a:t>in</a:t>
            </a:r>
            <a:r>
              <a:rPr lang="ar-SA" b="1" dirty="0"/>
              <a:t> </a:t>
            </a:r>
            <a:r>
              <a:rPr lang="ar-SA" b="1" dirty="0" err="1"/>
              <a:t>Breast</a:t>
            </a:r>
            <a:r>
              <a:rPr lang="ar-SA" b="1" dirty="0"/>
              <a:t> </a:t>
            </a:r>
            <a:r>
              <a:rPr lang="ar-SA" b="1" dirty="0" err="1"/>
              <a:t>Cancer</a:t>
            </a:r>
            <a:r>
              <a:rPr lang="ar-SA" b="1" dirty="0"/>
              <a:t> ML </a:t>
            </a:r>
            <a:r>
              <a:rPr lang="ar-SA" b="1" dirty="0" err="1"/>
              <a:t>Research</a:t>
            </a:r>
            <a:r>
              <a:rPr lang="ar-SA" b="1" dirty="0"/>
              <a:t>:</a:t>
            </a:r>
            <a:br>
              <a:rPr lang="ar-SA" b="1" dirty="0"/>
            </a:br>
            <a:endParaRPr lang="ar-SA" b="1" dirty="0"/>
          </a:p>
        </p:txBody>
      </p:sp>
      <p:sp>
        <p:nvSpPr>
          <p:cNvPr id="7" name="Rectangle 1">
            <a:extLst>
              <a:ext uri="{FF2B5EF4-FFF2-40B4-BE49-F238E27FC236}">
                <a16:creationId xmlns:a16="http://schemas.microsoft.com/office/drawing/2014/main" id="{45F47573-1BB7-1ABA-2DCD-F6388ED7805F}"/>
              </a:ext>
            </a:extLst>
          </p:cNvPr>
          <p:cNvSpPr>
            <a:spLocks noChangeArrowheads="1"/>
          </p:cNvSpPr>
          <p:nvPr/>
        </p:nvSpPr>
        <p:spPr bwMode="auto">
          <a:xfrm>
            <a:off x="799338" y="3106067"/>
            <a:ext cx="863306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Arial" panose="020B0604020202020204" pitchFamily="34" charset="0"/>
              <a:buChar char="•"/>
            </a:pPr>
            <a:r>
              <a:rPr kumimoji="0" lang="ar-SA" altLang="ar-SA" sz="1800" b="0" i="0" u="none" strike="noStrike" cap="none" normalizeH="0" baseline="0" dirty="0" err="1">
                <a:ln>
                  <a:noFill/>
                </a:ln>
                <a:solidFill>
                  <a:schemeClr val="tx1"/>
                </a:solidFill>
                <a:effectLst/>
                <a:latin typeface="Arial" panose="020B0604020202020204" pitchFamily="34" charset="0"/>
              </a:rPr>
              <a:t>Many</a:t>
            </a:r>
            <a:r>
              <a:rPr kumimoji="0" lang="ar-SA" altLang="ar-SA" sz="1800" b="0" i="0" u="none" strike="noStrike" cap="none" normalizeH="0" baseline="0" dirty="0">
                <a:ln>
                  <a:noFill/>
                </a:ln>
                <a:solidFill>
                  <a:schemeClr val="tx1"/>
                </a:solidFill>
                <a:effectLst/>
                <a:latin typeface="Arial" panose="020B0604020202020204" pitchFamily="34" charset="0"/>
              </a:rPr>
              <a:t> studies </a:t>
            </a:r>
            <a:r>
              <a:rPr kumimoji="0" lang="ar-SA" altLang="ar-SA" sz="1800" b="0" i="0" u="none" strike="noStrike" cap="none" normalizeH="0" baseline="0" dirty="0" err="1">
                <a:ln>
                  <a:noFill/>
                </a:ln>
                <a:solidFill>
                  <a:schemeClr val="tx1"/>
                </a:solidFill>
                <a:effectLst/>
                <a:latin typeface="Arial" panose="020B0604020202020204" pitchFamily="34" charset="0"/>
              </a:rPr>
              <a:t>rely</a:t>
            </a:r>
            <a:r>
              <a:rPr kumimoji="0" lang="ar-SA" altLang="ar-SA" sz="1800" b="0" i="0" u="none" strike="noStrike" cap="none" normalizeH="0" baseline="0" dirty="0">
                <a:ln>
                  <a:noFill/>
                </a:ln>
                <a:solidFill>
                  <a:schemeClr val="tx1"/>
                </a:solidFill>
                <a:effectLst/>
                <a:latin typeface="Arial" panose="020B0604020202020204" pitchFamily="34" charset="0"/>
              </a:rPr>
              <a:t> </a:t>
            </a:r>
            <a:r>
              <a:rPr kumimoji="0" lang="ar-SA" altLang="ar-SA" sz="1800" b="0" i="0" u="none" strike="noStrike" cap="none" normalizeH="0" baseline="0" dirty="0" err="1">
                <a:ln>
                  <a:noFill/>
                </a:ln>
                <a:solidFill>
                  <a:schemeClr val="tx1"/>
                </a:solidFill>
                <a:effectLst/>
                <a:latin typeface="Arial" panose="020B0604020202020204" pitchFamily="34" charset="0"/>
              </a:rPr>
              <a:t>only</a:t>
            </a:r>
            <a:r>
              <a:rPr kumimoji="0" lang="ar-SA" altLang="ar-SA" sz="1800" b="0" i="0" u="none" strike="noStrike" cap="none" normalizeH="0" baseline="0" dirty="0">
                <a:ln>
                  <a:noFill/>
                </a:ln>
                <a:solidFill>
                  <a:schemeClr val="tx1"/>
                </a:solidFill>
                <a:effectLst/>
                <a:latin typeface="Arial" panose="020B0604020202020204" pitchFamily="34" charset="0"/>
              </a:rPr>
              <a:t> </a:t>
            </a:r>
            <a:r>
              <a:rPr kumimoji="0" lang="ar-SA" altLang="ar-SA" sz="1800" b="0" i="0" u="none" strike="noStrike" cap="none" normalizeH="0" baseline="0" dirty="0" err="1">
                <a:ln>
                  <a:noFill/>
                </a:ln>
                <a:solidFill>
                  <a:schemeClr val="tx1"/>
                </a:solidFill>
                <a:effectLst/>
                <a:latin typeface="Arial" panose="020B0604020202020204" pitchFamily="34" charset="0"/>
              </a:rPr>
              <a:t>on</a:t>
            </a:r>
            <a:r>
              <a:rPr kumimoji="0" lang="ar-SA" altLang="ar-SA" sz="1800" b="0" i="0" u="none" strike="noStrike" cap="none" normalizeH="0" baseline="0" dirty="0">
                <a:ln>
                  <a:noFill/>
                </a:ln>
                <a:solidFill>
                  <a:schemeClr val="tx1"/>
                </a:solidFill>
                <a:effectLst/>
                <a:latin typeface="Arial" panose="020B0604020202020204" pitchFamily="34" charset="0"/>
              </a:rPr>
              <a:t> </a:t>
            </a:r>
            <a:r>
              <a:rPr lang="en-US" dirty="0"/>
              <a:t>Wisconsin Breast Cancer Diagnostic</a:t>
            </a:r>
            <a:r>
              <a:rPr kumimoji="0" lang="ar-SA" altLang="ar-SA" sz="1800" b="0" i="0" u="none" strike="noStrike" cap="none" normalizeH="0" baseline="0" dirty="0">
                <a:ln>
                  <a:noFill/>
                </a:ln>
                <a:solidFill>
                  <a:schemeClr val="tx1"/>
                </a:solidFill>
                <a:effectLst/>
                <a:latin typeface="Arial" panose="020B0604020202020204" pitchFamily="34" charset="0"/>
              </a:rPr>
              <a:t> </a:t>
            </a:r>
            <a:r>
              <a:rPr lang="en-US" altLang="ar-SA" dirty="0">
                <a:latin typeface="Arial" panose="020B0604020202020204" pitchFamily="34" charset="0"/>
              </a:rPr>
              <a:t>(</a:t>
            </a:r>
            <a:r>
              <a:rPr kumimoji="0" lang="ar-SA" altLang="ar-SA" sz="1800" b="0" i="0" u="none" strike="noStrike" cap="none" normalizeH="0" baseline="0" dirty="0">
                <a:ln>
                  <a:noFill/>
                </a:ln>
                <a:solidFill>
                  <a:schemeClr val="tx1"/>
                </a:solidFill>
                <a:effectLst/>
                <a:latin typeface="Arial" panose="020B0604020202020204" pitchFamily="34" charset="0"/>
              </a:rPr>
              <a:t>WDBC) </a:t>
            </a:r>
            <a:r>
              <a:rPr kumimoji="0" lang="ar-SA" altLang="ar-SA" sz="1800" b="0" i="0" u="none" strike="noStrike" cap="none" normalizeH="0" baseline="0" dirty="0" err="1">
                <a:ln>
                  <a:noFill/>
                </a:ln>
                <a:solidFill>
                  <a:schemeClr val="tx1"/>
                </a:solidFill>
                <a:effectLst/>
                <a:latin typeface="Arial" panose="020B0604020202020204" pitchFamily="34" charset="0"/>
              </a:rPr>
              <a:t>dataset</a:t>
            </a:r>
            <a:r>
              <a:rPr kumimoji="0" lang="en-US" altLang="ar-SA" sz="1800" b="0" i="0" u="none" strike="noStrike" cap="none" normalizeH="0" baseline="0" dirty="0">
                <a:ln>
                  <a:noFill/>
                </a:ln>
                <a:solidFill>
                  <a:schemeClr val="tx1"/>
                </a:solidFill>
                <a:effectLst/>
                <a:latin typeface="Arial" panose="020B0604020202020204" pitchFamily="34" charset="0"/>
              </a:rPr>
              <a:t>.</a:t>
            </a:r>
            <a:r>
              <a:rPr kumimoji="0" lang="ar-SA" altLang="ar-SA"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ar-SA" altLang="ar-SA"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1800" b="0" i="0" u="none" strike="noStrike" cap="none" normalizeH="0" baseline="0" dirty="0" err="1">
                <a:ln>
                  <a:noFill/>
                </a:ln>
                <a:solidFill>
                  <a:schemeClr val="tx1"/>
                </a:solidFill>
                <a:effectLst/>
                <a:latin typeface="Arial" panose="020B0604020202020204" pitchFamily="34" charset="0"/>
              </a:rPr>
              <a:t>Limited</a:t>
            </a:r>
            <a:r>
              <a:rPr kumimoji="0" lang="ar-SA" altLang="ar-SA" sz="1800" b="0" i="0" u="none" strike="noStrike" cap="none" normalizeH="0" baseline="0" dirty="0">
                <a:ln>
                  <a:noFill/>
                </a:ln>
                <a:solidFill>
                  <a:schemeClr val="tx1"/>
                </a:solidFill>
                <a:effectLst/>
                <a:latin typeface="Arial" panose="020B0604020202020204" pitchFamily="34" charset="0"/>
              </a:rPr>
              <a:t> </a:t>
            </a:r>
            <a:r>
              <a:rPr kumimoji="0" lang="ar-SA" altLang="ar-SA" sz="1800" b="0" i="0" u="none" strike="noStrike" cap="none" normalizeH="0" baseline="0" dirty="0" err="1">
                <a:ln>
                  <a:noFill/>
                </a:ln>
                <a:solidFill>
                  <a:schemeClr val="tx1"/>
                </a:solidFill>
                <a:effectLst/>
                <a:latin typeface="Arial" panose="020B0604020202020204" pitchFamily="34" charset="0"/>
              </a:rPr>
              <a:t>reproducibility</a:t>
            </a:r>
            <a:r>
              <a:rPr kumimoji="0" lang="ar-SA" altLang="ar-SA" sz="1800" b="0" i="0" u="none" strike="noStrike" cap="none" normalizeH="0" baseline="0" dirty="0">
                <a:ln>
                  <a:noFill/>
                </a:ln>
                <a:solidFill>
                  <a:schemeClr val="tx1"/>
                </a:solidFill>
                <a:effectLst/>
                <a:latin typeface="Arial" panose="020B0604020202020204" pitchFamily="34" charset="0"/>
              </a:rPr>
              <a:t> </a:t>
            </a:r>
            <a:r>
              <a:rPr kumimoji="0" lang="ar-SA" altLang="ar-SA" sz="1800" b="0" i="0" u="none" strike="noStrike" cap="none" normalizeH="0" baseline="0" dirty="0" err="1">
                <a:ln>
                  <a:noFill/>
                </a:ln>
                <a:solidFill>
                  <a:schemeClr val="tx1"/>
                </a:solidFill>
                <a:effectLst/>
                <a:latin typeface="Arial" panose="020B0604020202020204" pitchFamily="34" charset="0"/>
              </a:rPr>
              <a:t>of</a:t>
            </a:r>
            <a:r>
              <a:rPr kumimoji="0" lang="ar-SA" altLang="ar-SA" sz="1800" b="0" i="0" u="none" strike="noStrike" cap="none" normalizeH="0" baseline="0" dirty="0">
                <a:ln>
                  <a:noFill/>
                </a:ln>
                <a:solidFill>
                  <a:schemeClr val="tx1"/>
                </a:solidFill>
                <a:effectLst/>
                <a:latin typeface="Arial" panose="020B0604020202020204" pitchFamily="34" charset="0"/>
              </a:rPr>
              <a:t> ML </a:t>
            </a:r>
            <a:r>
              <a:rPr kumimoji="0" lang="ar-SA" altLang="ar-SA" sz="1800" b="0" i="0" u="none" strike="noStrike" cap="none" normalizeH="0" baseline="0" dirty="0" err="1">
                <a:ln>
                  <a:noFill/>
                </a:ln>
                <a:solidFill>
                  <a:schemeClr val="tx1"/>
                </a:solidFill>
                <a:effectLst/>
                <a:latin typeface="Arial" panose="020B0604020202020204" pitchFamily="34" charset="0"/>
              </a:rPr>
              <a:t>workflows</a:t>
            </a:r>
            <a:r>
              <a:rPr kumimoji="0" lang="en-US" altLang="ar-SA"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ar-SA"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1800" b="0" i="0" u="none" strike="noStrike" cap="none" normalizeH="0" baseline="0" dirty="0" err="1">
                <a:ln>
                  <a:noFill/>
                </a:ln>
                <a:solidFill>
                  <a:schemeClr val="tx1"/>
                </a:solidFill>
                <a:effectLst/>
                <a:latin typeface="Arial" panose="020B0604020202020204" pitchFamily="34" charset="0"/>
              </a:rPr>
              <a:t>Some</a:t>
            </a:r>
            <a:r>
              <a:rPr kumimoji="0" lang="ar-SA" altLang="ar-SA" sz="1800" b="0" i="0" u="none" strike="noStrike" cap="none" normalizeH="0" baseline="0" dirty="0">
                <a:ln>
                  <a:noFill/>
                </a:ln>
                <a:solidFill>
                  <a:schemeClr val="tx1"/>
                </a:solidFill>
                <a:effectLst/>
                <a:latin typeface="Arial" panose="020B0604020202020204" pitchFamily="34" charset="0"/>
              </a:rPr>
              <a:t> </a:t>
            </a:r>
            <a:r>
              <a:rPr kumimoji="0" lang="ar-SA" altLang="ar-SA" sz="1800" b="0" i="0" u="none" strike="noStrike" cap="none" normalizeH="0" baseline="0" dirty="0" err="1">
                <a:ln>
                  <a:noFill/>
                </a:ln>
                <a:solidFill>
                  <a:schemeClr val="tx1"/>
                </a:solidFill>
                <a:effectLst/>
                <a:latin typeface="Arial" panose="020B0604020202020204" pitchFamily="34" charset="0"/>
              </a:rPr>
              <a:t>models</a:t>
            </a:r>
            <a:r>
              <a:rPr kumimoji="0" lang="ar-SA" altLang="ar-SA" sz="1800" b="0" i="0" u="none" strike="noStrike" cap="none" normalizeH="0" baseline="0" dirty="0">
                <a:ln>
                  <a:noFill/>
                </a:ln>
                <a:solidFill>
                  <a:schemeClr val="tx1"/>
                </a:solidFill>
                <a:effectLst/>
                <a:latin typeface="Arial" panose="020B0604020202020204" pitchFamily="34" charset="0"/>
              </a:rPr>
              <a:t> </a:t>
            </a:r>
            <a:r>
              <a:rPr kumimoji="0" lang="ar-SA" altLang="ar-SA" sz="1800" b="0" i="0" u="none" strike="noStrike" cap="none" normalizeH="0" baseline="0" dirty="0" err="1">
                <a:ln>
                  <a:noFill/>
                </a:ln>
                <a:solidFill>
                  <a:schemeClr val="tx1"/>
                </a:solidFill>
                <a:effectLst/>
                <a:latin typeface="Arial" panose="020B0604020202020204" pitchFamily="34" charset="0"/>
              </a:rPr>
              <a:t>lack</a:t>
            </a:r>
            <a:r>
              <a:rPr kumimoji="0" lang="ar-SA" altLang="ar-SA" sz="1800" b="0" i="0" u="none" strike="noStrike" cap="none" normalizeH="0" baseline="0" dirty="0">
                <a:ln>
                  <a:noFill/>
                </a:ln>
                <a:solidFill>
                  <a:schemeClr val="tx1"/>
                </a:solidFill>
                <a:effectLst/>
                <a:latin typeface="Arial" panose="020B0604020202020204" pitchFamily="34" charset="0"/>
              </a:rPr>
              <a:t> </a:t>
            </a:r>
            <a:r>
              <a:rPr kumimoji="0" lang="ar-SA" altLang="ar-SA" sz="1800" b="0" i="0" u="none" strike="noStrike" cap="none" normalizeH="0" baseline="0" dirty="0" err="1">
                <a:ln>
                  <a:noFill/>
                </a:ln>
                <a:solidFill>
                  <a:schemeClr val="tx1"/>
                </a:solidFill>
                <a:effectLst/>
                <a:latin typeface="Arial" panose="020B0604020202020204" pitchFamily="34" charset="0"/>
              </a:rPr>
              <a:t>interpretability</a:t>
            </a:r>
            <a:r>
              <a:rPr kumimoji="0" lang="ar-SA" altLang="ar-SA" sz="1800" b="0" i="0" u="none" strike="noStrike" cap="none" normalizeH="0" baseline="0" dirty="0">
                <a:ln>
                  <a:noFill/>
                </a:ln>
                <a:solidFill>
                  <a:schemeClr val="tx1"/>
                </a:solidFill>
                <a:effectLst/>
                <a:latin typeface="Arial" panose="020B0604020202020204" pitchFamily="34" charset="0"/>
              </a:rPr>
              <a:t> </a:t>
            </a:r>
            <a:r>
              <a:rPr kumimoji="0" lang="en-US" altLang="ar-SA"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ar-SA" altLang="ar-SA"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1800" b="0" i="0" u="none" strike="noStrike" cap="none" normalizeH="0" baseline="0" dirty="0" err="1">
                <a:ln>
                  <a:noFill/>
                </a:ln>
                <a:solidFill>
                  <a:schemeClr val="tx1"/>
                </a:solidFill>
                <a:effectLst/>
                <a:latin typeface="Arial" panose="020B0604020202020204" pitchFamily="34" charset="0"/>
              </a:rPr>
              <a:t>Risk</a:t>
            </a:r>
            <a:r>
              <a:rPr kumimoji="0" lang="ar-SA" altLang="ar-SA" sz="1800" b="0" i="0" u="none" strike="noStrike" cap="none" normalizeH="0" baseline="0" dirty="0">
                <a:ln>
                  <a:noFill/>
                </a:ln>
                <a:solidFill>
                  <a:schemeClr val="tx1"/>
                </a:solidFill>
                <a:effectLst/>
                <a:latin typeface="Arial" panose="020B0604020202020204" pitchFamily="34" charset="0"/>
              </a:rPr>
              <a:t> </a:t>
            </a:r>
            <a:r>
              <a:rPr kumimoji="0" lang="ar-SA" altLang="ar-SA" sz="1800" b="0" i="0" u="none" strike="noStrike" cap="none" normalizeH="0" baseline="0" dirty="0" err="1">
                <a:ln>
                  <a:noFill/>
                </a:ln>
                <a:solidFill>
                  <a:schemeClr val="tx1"/>
                </a:solidFill>
                <a:effectLst/>
                <a:latin typeface="Arial" panose="020B0604020202020204" pitchFamily="34" charset="0"/>
              </a:rPr>
              <a:t>of</a:t>
            </a:r>
            <a:r>
              <a:rPr kumimoji="0" lang="ar-SA" altLang="ar-SA" sz="1800" b="0" i="0" u="none" strike="noStrike" cap="none" normalizeH="0" baseline="0" dirty="0">
                <a:ln>
                  <a:noFill/>
                </a:ln>
                <a:solidFill>
                  <a:schemeClr val="tx1"/>
                </a:solidFill>
                <a:effectLst/>
                <a:latin typeface="Arial" panose="020B0604020202020204" pitchFamily="34" charset="0"/>
              </a:rPr>
              <a:t> </a:t>
            </a:r>
            <a:r>
              <a:rPr kumimoji="0" lang="ar-SA" altLang="ar-SA" sz="1800" b="0" i="0" u="none" strike="noStrike" cap="none" normalizeH="0" baseline="0" dirty="0" err="1">
                <a:ln>
                  <a:noFill/>
                </a:ln>
                <a:solidFill>
                  <a:schemeClr val="tx1"/>
                </a:solidFill>
                <a:effectLst/>
                <a:latin typeface="Arial" panose="020B0604020202020204" pitchFamily="34" charset="0"/>
              </a:rPr>
              <a:t>overfitting</a:t>
            </a:r>
            <a:r>
              <a:rPr kumimoji="0" lang="ar-SA" altLang="ar-SA" sz="1800" b="0" i="0" u="none" strike="noStrike" cap="none" normalizeH="0" baseline="0" dirty="0">
                <a:ln>
                  <a:noFill/>
                </a:ln>
                <a:solidFill>
                  <a:schemeClr val="tx1"/>
                </a:solidFill>
                <a:effectLst/>
                <a:latin typeface="Arial" panose="020B0604020202020204" pitchFamily="34" charset="0"/>
              </a:rPr>
              <a:t> </a:t>
            </a:r>
            <a:r>
              <a:rPr kumimoji="0" lang="ar-SA" altLang="ar-SA" sz="1800" b="0" i="0" u="none" strike="noStrike" cap="none" normalizeH="0" baseline="0" dirty="0" err="1">
                <a:ln>
                  <a:noFill/>
                </a:ln>
                <a:solidFill>
                  <a:schemeClr val="tx1"/>
                </a:solidFill>
                <a:effectLst/>
                <a:latin typeface="Arial" panose="020B0604020202020204" pitchFamily="34" charset="0"/>
              </a:rPr>
              <a:t>in</a:t>
            </a:r>
            <a:r>
              <a:rPr kumimoji="0" lang="ar-SA" altLang="ar-SA" sz="1800" b="0" i="0" u="none" strike="noStrike" cap="none" normalizeH="0" baseline="0" dirty="0">
                <a:ln>
                  <a:noFill/>
                </a:ln>
                <a:solidFill>
                  <a:schemeClr val="tx1"/>
                </a:solidFill>
                <a:effectLst/>
                <a:latin typeface="Arial" panose="020B0604020202020204" pitchFamily="34" charset="0"/>
              </a:rPr>
              <a:t> </a:t>
            </a:r>
            <a:r>
              <a:rPr kumimoji="0" lang="ar-SA" altLang="ar-SA" sz="1800" b="0" i="0" u="none" strike="noStrike" cap="none" normalizeH="0" baseline="0" dirty="0" err="1">
                <a:ln>
                  <a:noFill/>
                </a:ln>
                <a:solidFill>
                  <a:schemeClr val="tx1"/>
                </a:solidFill>
                <a:effectLst/>
                <a:latin typeface="Arial" panose="020B0604020202020204" pitchFamily="34" charset="0"/>
              </a:rPr>
              <a:t>high-accuracy</a:t>
            </a:r>
            <a:r>
              <a:rPr kumimoji="0" lang="ar-SA" altLang="ar-SA" sz="1800" b="0" i="0" u="none" strike="noStrike" cap="none" normalizeH="0" baseline="0" dirty="0">
                <a:ln>
                  <a:noFill/>
                </a:ln>
                <a:solidFill>
                  <a:schemeClr val="tx1"/>
                </a:solidFill>
                <a:effectLst/>
                <a:latin typeface="Arial" panose="020B0604020202020204" pitchFamily="34" charset="0"/>
              </a:rPr>
              <a:t> studies </a:t>
            </a:r>
            <a:r>
              <a:rPr kumimoji="0" lang="en-US" altLang="ar-SA" sz="1800" b="0" i="0" u="none" strike="noStrike" cap="none" normalizeH="0" baseline="0" dirty="0">
                <a:ln>
                  <a:noFill/>
                </a:ln>
                <a:solidFill>
                  <a:schemeClr val="tx1"/>
                </a:solidFill>
                <a:effectLst/>
                <a:latin typeface="Arial" panose="020B0604020202020204" pitchFamily="34" charset="0"/>
              </a:rPr>
              <a:t>.</a:t>
            </a:r>
            <a:endParaRPr kumimoji="0" lang="ar-SA" altLang="ar-SA"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01297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46C94-79A4-9770-EDEB-4946006FA72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6227D3-8D51-6C84-6B09-0B8D74248D17}"/>
              </a:ext>
            </a:extLst>
          </p:cNvPr>
          <p:cNvSpPr txBox="1"/>
          <p:nvPr/>
        </p:nvSpPr>
        <p:spPr>
          <a:xfrm>
            <a:off x="1297508" y="1246706"/>
            <a:ext cx="2615946" cy="461665"/>
          </a:xfrm>
          <a:prstGeom prst="rect">
            <a:avLst/>
          </a:prstGeom>
          <a:noFill/>
        </p:spPr>
        <p:txBody>
          <a:bodyPr wrap="square" rtlCol="1">
            <a:spAutoFit/>
          </a:bodyPr>
          <a:lstStyle/>
          <a:p>
            <a:pPr algn="ctr"/>
            <a:r>
              <a:rPr lang="ar-SA" sz="2400" b="1" dirty="0" err="1"/>
              <a:t>Research</a:t>
            </a:r>
            <a:r>
              <a:rPr lang="ar-SA" sz="2400" b="1" dirty="0"/>
              <a:t> </a:t>
            </a:r>
            <a:r>
              <a:rPr lang="en-US" sz="2400" b="1" dirty="0"/>
              <a:t>Aim:</a:t>
            </a:r>
            <a:r>
              <a:rPr lang="ar-SA" sz="2400" b="1" dirty="0"/>
              <a:t>   </a:t>
            </a:r>
          </a:p>
        </p:txBody>
      </p:sp>
      <p:sp>
        <p:nvSpPr>
          <p:cNvPr id="5" name="TextBox 4">
            <a:extLst>
              <a:ext uri="{FF2B5EF4-FFF2-40B4-BE49-F238E27FC236}">
                <a16:creationId xmlns:a16="http://schemas.microsoft.com/office/drawing/2014/main" id="{8434C663-5EC2-0B2E-6385-FB5EAFE6A7E6}"/>
              </a:ext>
            </a:extLst>
          </p:cNvPr>
          <p:cNvSpPr txBox="1"/>
          <p:nvPr/>
        </p:nvSpPr>
        <p:spPr>
          <a:xfrm>
            <a:off x="1297508" y="1810397"/>
            <a:ext cx="8540496" cy="646331"/>
          </a:xfrm>
          <a:prstGeom prst="rect">
            <a:avLst/>
          </a:prstGeom>
          <a:noFill/>
        </p:spPr>
        <p:txBody>
          <a:bodyPr wrap="square" rtlCol="1">
            <a:spAutoFit/>
          </a:bodyPr>
          <a:lstStyle/>
          <a:p>
            <a:r>
              <a:rPr lang="ar-SA" dirty="0" err="1"/>
              <a:t>To</a:t>
            </a:r>
            <a:r>
              <a:rPr lang="ar-SA" dirty="0"/>
              <a:t> </a:t>
            </a:r>
            <a:r>
              <a:rPr lang="ar-SA" dirty="0" err="1"/>
              <a:t>evaluate</a:t>
            </a:r>
            <a:r>
              <a:rPr lang="ar-SA" dirty="0"/>
              <a:t> </a:t>
            </a:r>
            <a:r>
              <a:rPr lang="ar-SA" dirty="0" err="1"/>
              <a:t>the</a:t>
            </a:r>
            <a:r>
              <a:rPr lang="ar-SA" dirty="0"/>
              <a:t> </a:t>
            </a:r>
            <a:r>
              <a:rPr lang="ar-SA" dirty="0" err="1"/>
              <a:t>effectiveness</a:t>
            </a:r>
            <a:r>
              <a:rPr lang="ar-SA" dirty="0"/>
              <a:t> </a:t>
            </a:r>
            <a:r>
              <a:rPr lang="ar-SA" dirty="0" err="1"/>
              <a:t>of</a:t>
            </a:r>
            <a:r>
              <a:rPr lang="ar-SA" dirty="0"/>
              <a:t> </a:t>
            </a:r>
            <a:r>
              <a:rPr lang="ar-SA" dirty="0" err="1"/>
              <a:t>XGBoost</a:t>
            </a:r>
            <a:r>
              <a:rPr lang="ar-SA" dirty="0"/>
              <a:t> </a:t>
            </a:r>
            <a:r>
              <a:rPr lang="ar-SA" dirty="0" err="1"/>
              <a:t>within</a:t>
            </a:r>
            <a:r>
              <a:rPr lang="ar-SA" dirty="0"/>
              <a:t> a </a:t>
            </a:r>
            <a:r>
              <a:rPr lang="ar-SA" dirty="0" err="1"/>
              <a:t>reproducible</a:t>
            </a:r>
            <a:r>
              <a:rPr lang="ar-SA" dirty="0"/>
              <a:t> </a:t>
            </a:r>
            <a:r>
              <a:rPr lang="ar-SA" dirty="0" err="1"/>
              <a:t>bioinformatics</a:t>
            </a:r>
            <a:r>
              <a:rPr lang="ar-SA" dirty="0"/>
              <a:t> </a:t>
            </a:r>
            <a:r>
              <a:rPr lang="ar-SA" dirty="0" err="1"/>
              <a:t>workflow</a:t>
            </a:r>
            <a:r>
              <a:rPr lang="ar-SA" dirty="0"/>
              <a:t> </a:t>
            </a:r>
            <a:r>
              <a:rPr lang="ar-SA" dirty="0" err="1"/>
              <a:t>for</a:t>
            </a:r>
            <a:r>
              <a:rPr lang="ar-SA" dirty="0"/>
              <a:t> </a:t>
            </a:r>
            <a:r>
              <a:rPr lang="ar-SA" dirty="0" err="1"/>
              <a:t>breast</a:t>
            </a:r>
            <a:r>
              <a:rPr lang="ar-SA" dirty="0"/>
              <a:t> </a:t>
            </a:r>
            <a:r>
              <a:rPr lang="ar-SA" dirty="0" err="1"/>
              <a:t>cancer</a:t>
            </a:r>
            <a:r>
              <a:rPr lang="ar-SA" dirty="0"/>
              <a:t> </a:t>
            </a:r>
            <a:r>
              <a:rPr lang="ar-SA" dirty="0" err="1"/>
              <a:t>risk</a:t>
            </a:r>
            <a:r>
              <a:rPr lang="ar-SA" dirty="0"/>
              <a:t> </a:t>
            </a:r>
            <a:r>
              <a:rPr lang="ar-SA" dirty="0" err="1"/>
              <a:t>prediction</a:t>
            </a:r>
            <a:r>
              <a:rPr lang="ar-SA" dirty="0"/>
              <a:t>.</a:t>
            </a:r>
          </a:p>
        </p:txBody>
      </p:sp>
      <p:sp>
        <p:nvSpPr>
          <p:cNvPr id="7" name="Rectangle 1">
            <a:extLst>
              <a:ext uri="{FF2B5EF4-FFF2-40B4-BE49-F238E27FC236}">
                <a16:creationId xmlns:a16="http://schemas.microsoft.com/office/drawing/2014/main" id="{4FAEBE56-340B-22A8-B92B-E672D82FF6FA}"/>
              </a:ext>
            </a:extLst>
          </p:cNvPr>
          <p:cNvSpPr>
            <a:spLocks noChangeArrowheads="1"/>
          </p:cNvSpPr>
          <p:nvPr/>
        </p:nvSpPr>
        <p:spPr bwMode="auto">
          <a:xfrm>
            <a:off x="1297508" y="3174309"/>
            <a:ext cx="571380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ar-SA" sz="2400" b="1" dirty="0" err="1"/>
              <a:t>Objectives</a:t>
            </a:r>
            <a:r>
              <a:rPr lang="en-US" sz="2400" b="1" dirty="0"/>
              <a:t>:</a:t>
            </a:r>
          </a:p>
          <a:p>
            <a:endParaRPr lang="ar-SA" b="1" dirty="0"/>
          </a:p>
          <a:p>
            <a:pPr marL="285750" indent="-285750">
              <a:buFont typeface="Arial" panose="020B0604020202020204" pitchFamily="34" charset="0"/>
              <a:buChar char="•"/>
            </a:pPr>
            <a:r>
              <a:rPr lang="ar-SA" dirty="0" err="1"/>
              <a:t>Analyze</a:t>
            </a:r>
            <a:r>
              <a:rPr lang="ar-SA" dirty="0"/>
              <a:t> </a:t>
            </a:r>
            <a:r>
              <a:rPr lang="ar-SA" dirty="0" err="1"/>
              <a:t>breast</a:t>
            </a:r>
            <a:r>
              <a:rPr lang="ar-SA" dirty="0"/>
              <a:t> </a:t>
            </a:r>
            <a:r>
              <a:rPr lang="ar-SA" dirty="0" err="1"/>
              <a:t>cancer</a:t>
            </a:r>
            <a:r>
              <a:rPr lang="ar-SA" dirty="0"/>
              <a:t> </a:t>
            </a:r>
            <a:r>
              <a:rPr lang="ar-SA" dirty="0" err="1"/>
              <a:t>datasets</a:t>
            </a:r>
            <a:r>
              <a:rPr lang="en-US" dirty="0"/>
              <a:t>.</a:t>
            </a:r>
            <a:endParaRPr lang="ar-SA" dirty="0"/>
          </a:p>
          <a:p>
            <a:pPr marL="285750" indent="-285750">
              <a:buFont typeface="Arial" panose="020B0604020202020204" pitchFamily="34" charset="0"/>
              <a:buChar char="•"/>
            </a:pPr>
            <a:r>
              <a:rPr lang="ar-SA" dirty="0" err="1"/>
              <a:t>Apply</a:t>
            </a:r>
            <a:r>
              <a:rPr lang="ar-SA" dirty="0"/>
              <a:t> </a:t>
            </a:r>
            <a:r>
              <a:rPr lang="ar-SA" dirty="0" err="1"/>
              <a:t>XGBoost</a:t>
            </a:r>
            <a:r>
              <a:rPr lang="ar-SA" dirty="0"/>
              <a:t> </a:t>
            </a:r>
            <a:r>
              <a:rPr lang="ar-SA" dirty="0" err="1"/>
              <a:t>and</a:t>
            </a:r>
            <a:r>
              <a:rPr lang="ar-SA" dirty="0"/>
              <a:t> </a:t>
            </a:r>
            <a:r>
              <a:rPr lang="ar-SA" dirty="0" err="1"/>
              <a:t>compare</a:t>
            </a:r>
            <a:r>
              <a:rPr lang="ar-SA" dirty="0"/>
              <a:t> </a:t>
            </a:r>
            <a:r>
              <a:rPr lang="ar-SA" dirty="0" err="1"/>
              <a:t>with</a:t>
            </a:r>
            <a:r>
              <a:rPr lang="ar-SA" dirty="0"/>
              <a:t> </a:t>
            </a:r>
            <a:r>
              <a:rPr lang="ar-SA" dirty="0" err="1"/>
              <a:t>other</a:t>
            </a:r>
            <a:r>
              <a:rPr lang="ar-SA" dirty="0"/>
              <a:t> ML </a:t>
            </a:r>
            <a:r>
              <a:rPr lang="ar-SA" dirty="0" err="1"/>
              <a:t>models</a:t>
            </a:r>
            <a:r>
              <a:rPr lang="en-US" dirty="0"/>
              <a:t>.</a:t>
            </a:r>
            <a:r>
              <a:rPr lang="ar-SA" dirty="0"/>
              <a:t> </a:t>
            </a:r>
          </a:p>
          <a:p>
            <a:pPr marL="285750" indent="-285750">
              <a:buFont typeface="Arial" panose="020B0604020202020204" pitchFamily="34" charset="0"/>
              <a:buChar char="•"/>
            </a:pPr>
            <a:r>
              <a:rPr lang="ar-SA" dirty="0" err="1"/>
              <a:t>Improve</a:t>
            </a:r>
            <a:r>
              <a:rPr lang="ar-SA" dirty="0"/>
              <a:t> </a:t>
            </a:r>
            <a:r>
              <a:rPr lang="ar-SA" dirty="0" err="1"/>
              <a:t>prediction</a:t>
            </a:r>
            <a:r>
              <a:rPr lang="ar-SA" dirty="0"/>
              <a:t> </a:t>
            </a:r>
            <a:r>
              <a:rPr lang="ar-SA" dirty="0" err="1"/>
              <a:t>accuracy</a:t>
            </a:r>
            <a:r>
              <a:rPr lang="ar-SA" dirty="0"/>
              <a:t> </a:t>
            </a:r>
            <a:r>
              <a:rPr lang="ar-SA" dirty="0" err="1"/>
              <a:t>and</a:t>
            </a:r>
            <a:r>
              <a:rPr lang="ar-SA" dirty="0"/>
              <a:t> </a:t>
            </a:r>
            <a:r>
              <a:rPr lang="ar-SA" dirty="0" err="1"/>
              <a:t>interpretability</a:t>
            </a:r>
            <a:r>
              <a:rPr lang="ar-SA" dirty="0"/>
              <a:t> </a:t>
            </a:r>
            <a:r>
              <a:rPr lang="en-US" dirty="0"/>
              <a:t>.</a:t>
            </a:r>
            <a:endParaRPr lang="ar-SA" dirty="0"/>
          </a:p>
        </p:txBody>
      </p:sp>
    </p:spTree>
    <p:extLst>
      <p:ext uri="{BB962C8B-B14F-4D97-AF65-F5344CB8AC3E}">
        <p14:creationId xmlns:p14="http://schemas.microsoft.com/office/powerpoint/2010/main" val="2152390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Diagram 20">
            <a:extLst>
              <a:ext uri="{FF2B5EF4-FFF2-40B4-BE49-F238E27FC236}">
                <a16:creationId xmlns:a16="http://schemas.microsoft.com/office/drawing/2014/main" id="{9C33F22E-5C06-BD10-4052-1758B872CEC6}"/>
              </a:ext>
            </a:extLst>
          </p:cNvPr>
          <p:cNvGraphicFramePr/>
          <p:nvPr>
            <p:extLst>
              <p:ext uri="{D42A27DB-BD31-4B8C-83A1-F6EECF244321}">
                <p14:modId xmlns:p14="http://schemas.microsoft.com/office/powerpoint/2010/main" val="335135068"/>
              </p:ext>
            </p:extLst>
          </p:nvPr>
        </p:nvGraphicFramePr>
        <p:xfrm>
          <a:off x="286933" y="1249484"/>
          <a:ext cx="11618134" cy="46118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A86AF5A2-7427-C578-4352-83E8094ED737}"/>
              </a:ext>
            </a:extLst>
          </p:cNvPr>
          <p:cNvSpPr txBox="1"/>
          <p:nvPr/>
        </p:nvSpPr>
        <p:spPr>
          <a:xfrm>
            <a:off x="2984754" y="1249484"/>
            <a:ext cx="6094476" cy="461665"/>
          </a:xfrm>
          <a:prstGeom prst="rect">
            <a:avLst/>
          </a:prstGeom>
          <a:noFill/>
        </p:spPr>
        <p:txBody>
          <a:bodyPr wrap="square">
            <a:spAutoFit/>
          </a:bodyPr>
          <a:lstStyle/>
          <a:p>
            <a:pPr algn="ctr"/>
            <a:r>
              <a:rPr lang="ar-SA" sz="2400" b="1" dirty="0" err="1"/>
              <a:t>Proposed</a:t>
            </a:r>
            <a:r>
              <a:rPr lang="ar-SA" sz="2400" b="1" dirty="0"/>
              <a:t> </a:t>
            </a:r>
            <a:r>
              <a:rPr lang="ar-SA" sz="2400" b="1" dirty="0" err="1"/>
              <a:t>Pipeline</a:t>
            </a:r>
            <a:r>
              <a:rPr lang="ar-SA" sz="2400" b="1" dirty="0"/>
              <a:t>:</a:t>
            </a:r>
          </a:p>
        </p:txBody>
      </p:sp>
    </p:spTree>
    <p:extLst>
      <p:ext uri="{BB962C8B-B14F-4D97-AF65-F5344CB8AC3E}">
        <p14:creationId xmlns:p14="http://schemas.microsoft.com/office/powerpoint/2010/main" val="3133137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CED63-10DA-492F-4BC7-5ECAC73D127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05E8C8E-788A-E343-1CFC-89D6EFF123B9}"/>
              </a:ext>
            </a:extLst>
          </p:cNvPr>
          <p:cNvSpPr txBox="1"/>
          <p:nvPr/>
        </p:nvSpPr>
        <p:spPr>
          <a:xfrm>
            <a:off x="1409406" y="1673352"/>
            <a:ext cx="2299716" cy="461665"/>
          </a:xfrm>
          <a:prstGeom prst="rect">
            <a:avLst/>
          </a:prstGeom>
          <a:noFill/>
        </p:spPr>
        <p:txBody>
          <a:bodyPr wrap="square" rtlCol="1">
            <a:spAutoFit/>
          </a:bodyPr>
          <a:lstStyle/>
          <a:p>
            <a:r>
              <a:rPr lang="ar-SA" sz="2400" b="1" dirty="0" err="1"/>
              <a:t>Why</a:t>
            </a:r>
            <a:r>
              <a:rPr lang="ar-SA" sz="2400" b="1" dirty="0"/>
              <a:t> </a:t>
            </a:r>
            <a:r>
              <a:rPr lang="ar-SA" sz="2400" b="1" dirty="0" err="1"/>
              <a:t>XGBoost</a:t>
            </a:r>
            <a:r>
              <a:rPr lang="en-US" sz="2400" b="1" dirty="0"/>
              <a:t>?</a:t>
            </a:r>
            <a:endParaRPr lang="ar-SA" sz="2400" b="1" dirty="0"/>
          </a:p>
        </p:txBody>
      </p:sp>
      <p:sp>
        <p:nvSpPr>
          <p:cNvPr id="7" name="Rectangle 1">
            <a:extLst>
              <a:ext uri="{FF2B5EF4-FFF2-40B4-BE49-F238E27FC236}">
                <a16:creationId xmlns:a16="http://schemas.microsoft.com/office/drawing/2014/main" id="{9BEA92AE-36A8-97BF-838E-06F9E996A086}"/>
              </a:ext>
            </a:extLst>
          </p:cNvPr>
          <p:cNvSpPr>
            <a:spLocks noChangeArrowheads="1"/>
          </p:cNvSpPr>
          <p:nvPr/>
        </p:nvSpPr>
        <p:spPr bwMode="auto">
          <a:xfrm>
            <a:off x="1409406" y="2363177"/>
            <a:ext cx="637091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ar-SA" sz="2000" dirty="0" err="1"/>
              <a:t>High</a:t>
            </a:r>
            <a:r>
              <a:rPr lang="ar-SA" sz="2000" dirty="0"/>
              <a:t> </a:t>
            </a:r>
            <a:r>
              <a:rPr lang="ar-SA" sz="2000" dirty="0" err="1"/>
              <a:t>accuracy</a:t>
            </a:r>
            <a:r>
              <a:rPr lang="ar-SA" sz="2000" dirty="0"/>
              <a:t> </a:t>
            </a:r>
            <a:r>
              <a:rPr lang="ar-SA" sz="2000" dirty="0" err="1"/>
              <a:t>in</a:t>
            </a:r>
            <a:r>
              <a:rPr lang="ar-SA" sz="2000" dirty="0"/>
              <a:t> </a:t>
            </a:r>
            <a:r>
              <a:rPr lang="ar-SA" sz="2000" dirty="0" err="1"/>
              <a:t>previous</a:t>
            </a:r>
            <a:r>
              <a:rPr lang="ar-SA" sz="2000" dirty="0"/>
              <a:t> studies .</a:t>
            </a:r>
          </a:p>
          <a:p>
            <a:pPr marL="285750" indent="-285750">
              <a:buFont typeface="Arial" panose="020B0604020202020204" pitchFamily="34" charset="0"/>
              <a:buChar char="•"/>
            </a:pPr>
            <a:r>
              <a:rPr lang="ar-SA" sz="2000" dirty="0" err="1"/>
              <a:t>Handles</a:t>
            </a:r>
            <a:r>
              <a:rPr lang="ar-SA" sz="2000" dirty="0"/>
              <a:t> </a:t>
            </a:r>
            <a:r>
              <a:rPr lang="ar-SA" sz="2000" dirty="0" err="1"/>
              <a:t>non-linear</a:t>
            </a:r>
            <a:r>
              <a:rPr lang="ar-SA" sz="2000" dirty="0"/>
              <a:t> </a:t>
            </a:r>
            <a:r>
              <a:rPr lang="ar-SA" sz="2000" dirty="0" err="1"/>
              <a:t>relationships</a:t>
            </a:r>
            <a:r>
              <a:rPr lang="ar-SA" sz="2000" dirty="0"/>
              <a:t> .</a:t>
            </a:r>
          </a:p>
          <a:p>
            <a:pPr marL="285750" indent="-285750">
              <a:buFont typeface="Arial" panose="020B0604020202020204" pitchFamily="34" charset="0"/>
              <a:buChar char="•"/>
            </a:pPr>
            <a:r>
              <a:rPr lang="ar-SA" sz="2000" dirty="0" err="1"/>
              <a:t>Efficient</a:t>
            </a:r>
            <a:r>
              <a:rPr lang="ar-SA" sz="2000" dirty="0"/>
              <a:t> </a:t>
            </a:r>
            <a:r>
              <a:rPr lang="ar-SA" sz="2000" dirty="0" err="1"/>
              <a:t>with</a:t>
            </a:r>
            <a:r>
              <a:rPr lang="ar-SA" sz="2000" dirty="0"/>
              <a:t> </a:t>
            </a:r>
            <a:r>
              <a:rPr lang="ar-SA" sz="2000" dirty="0" err="1"/>
              <a:t>high-dimensional</a:t>
            </a:r>
            <a:r>
              <a:rPr lang="ar-SA" sz="2000" dirty="0"/>
              <a:t> </a:t>
            </a:r>
            <a:r>
              <a:rPr lang="ar-SA" sz="2000" dirty="0" err="1"/>
              <a:t>dat</a:t>
            </a:r>
            <a:r>
              <a:rPr lang="en-US" sz="2000" dirty="0"/>
              <a:t>a.</a:t>
            </a:r>
            <a:endParaRPr lang="ar-SA" sz="2000" dirty="0"/>
          </a:p>
          <a:p>
            <a:pPr marL="285750" indent="-285750">
              <a:buFont typeface="Arial" panose="020B0604020202020204" pitchFamily="34" charset="0"/>
              <a:buChar char="•"/>
            </a:pPr>
            <a:r>
              <a:rPr lang="ar-SA" sz="2000" dirty="0" err="1"/>
              <a:t>Strong</a:t>
            </a:r>
            <a:r>
              <a:rPr lang="ar-SA" sz="2000" dirty="0"/>
              <a:t> </a:t>
            </a:r>
            <a:r>
              <a:rPr lang="ar-SA" sz="2000" dirty="0" err="1"/>
              <a:t>performance</a:t>
            </a:r>
            <a:r>
              <a:rPr lang="ar-SA" sz="2000" dirty="0"/>
              <a:t> </a:t>
            </a:r>
            <a:r>
              <a:rPr lang="ar-SA" sz="2000" dirty="0" err="1"/>
              <a:t>compared</a:t>
            </a:r>
            <a:r>
              <a:rPr lang="ar-SA" sz="2000" dirty="0"/>
              <a:t> </a:t>
            </a:r>
            <a:r>
              <a:rPr lang="ar-SA" sz="2000" dirty="0" err="1"/>
              <a:t>to</a:t>
            </a:r>
            <a:r>
              <a:rPr lang="ar-SA" sz="2000" dirty="0"/>
              <a:t> </a:t>
            </a:r>
            <a:r>
              <a:rPr lang="ar-SA" sz="2000" dirty="0" err="1"/>
              <a:t>traditional</a:t>
            </a:r>
            <a:r>
              <a:rPr lang="ar-SA" sz="2000" dirty="0"/>
              <a:t> </a:t>
            </a:r>
            <a:r>
              <a:rPr lang="ar-SA" sz="2000" dirty="0" err="1"/>
              <a:t>models</a:t>
            </a:r>
            <a:r>
              <a:rPr lang="ar-SA" sz="2000" dirty="0"/>
              <a:t>.</a:t>
            </a:r>
          </a:p>
        </p:txBody>
      </p:sp>
    </p:spTree>
    <p:extLst>
      <p:ext uri="{BB962C8B-B14F-4D97-AF65-F5344CB8AC3E}">
        <p14:creationId xmlns:p14="http://schemas.microsoft.com/office/powerpoint/2010/main" val="2581306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9C6D3D-BC7D-123E-E661-2DDF0974EEE8}"/>
              </a:ext>
            </a:extLst>
          </p:cNvPr>
          <p:cNvSpPr txBox="1"/>
          <p:nvPr/>
        </p:nvSpPr>
        <p:spPr>
          <a:xfrm>
            <a:off x="4150370" y="1605440"/>
            <a:ext cx="3891258" cy="523220"/>
          </a:xfrm>
          <a:prstGeom prst="rect">
            <a:avLst/>
          </a:prstGeom>
          <a:noFill/>
        </p:spPr>
        <p:txBody>
          <a:bodyPr wrap="none" rtlCol="1">
            <a:spAutoFit/>
          </a:bodyPr>
          <a:lstStyle/>
          <a:p>
            <a:r>
              <a:rPr lang="ar-SA" sz="2800" b="1" dirty="0" err="1"/>
              <a:t>Literature</a:t>
            </a:r>
            <a:r>
              <a:rPr lang="ar-SA" sz="2800" b="1" dirty="0"/>
              <a:t> </a:t>
            </a:r>
            <a:r>
              <a:rPr lang="ar-SA" sz="2800" b="1" dirty="0" err="1"/>
              <a:t>Comparison</a:t>
            </a:r>
            <a:endParaRPr lang="ar-SA" sz="2800" b="1" dirty="0"/>
          </a:p>
        </p:txBody>
      </p:sp>
      <p:graphicFrame>
        <p:nvGraphicFramePr>
          <p:cNvPr id="3" name="Table 2">
            <a:extLst>
              <a:ext uri="{FF2B5EF4-FFF2-40B4-BE49-F238E27FC236}">
                <a16:creationId xmlns:a16="http://schemas.microsoft.com/office/drawing/2014/main" id="{F50035F1-FB88-5301-9B9B-1A35D1451615}"/>
              </a:ext>
            </a:extLst>
          </p:cNvPr>
          <p:cNvGraphicFramePr>
            <a:graphicFrameLocks noGrp="1"/>
          </p:cNvGraphicFramePr>
          <p:nvPr>
            <p:extLst>
              <p:ext uri="{D42A27DB-BD31-4B8C-83A1-F6EECF244321}">
                <p14:modId xmlns:p14="http://schemas.microsoft.com/office/powerpoint/2010/main" val="2048293721"/>
              </p:ext>
            </p:extLst>
          </p:nvPr>
        </p:nvGraphicFramePr>
        <p:xfrm>
          <a:off x="2032000" y="2764018"/>
          <a:ext cx="8127999" cy="1483360"/>
        </p:xfrm>
        <a:graphic>
          <a:graphicData uri="http://schemas.openxmlformats.org/drawingml/2006/table">
            <a:tbl>
              <a:tblPr rtl="1" firstRow="1" bandRow="1">
                <a:tableStyleId>{073A0DAA-6AF3-43AB-8588-CEC1D06C72B9}</a:tableStyleId>
              </a:tblPr>
              <a:tblGrid>
                <a:gridCol w="2709333">
                  <a:extLst>
                    <a:ext uri="{9D8B030D-6E8A-4147-A177-3AD203B41FA5}">
                      <a16:colId xmlns:a16="http://schemas.microsoft.com/office/drawing/2014/main" val="3981553986"/>
                    </a:ext>
                  </a:extLst>
                </a:gridCol>
                <a:gridCol w="2709333">
                  <a:extLst>
                    <a:ext uri="{9D8B030D-6E8A-4147-A177-3AD203B41FA5}">
                      <a16:colId xmlns:a16="http://schemas.microsoft.com/office/drawing/2014/main" val="2571744820"/>
                    </a:ext>
                  </a:extLst>
                </a:gridCol>
                <a:gridCol w="2709333">
                  <a:extLst>
                    <a:ext uri="{9D8B030D-6E8A-4147-A177-3AD203B41FA5}">
                      <a16:colId xmlns:a16="http://schemas.microsoft.com/office/drawing/2014/main" val="3873079851"/>
                    </a:ext>
                  </a:extLst>
                </a:gridCol>
              </a:tblGrid>
              <a:tr h="370840">
                <a:tc>
                  <a:txBody>
                    <a:bodyPr/>
                    <a:lstStyle/>
                    <a:p>
                      <a:pPr algn="ctr">
                        <a:buNone/>
                      </a:pPr>
                      <a:r>
                        <a:rPr lang="ar-SA" dirty="0" err="1"/>
                        <a:t>Study</a:t>
                      </a:r>
                      <a:endParaRPr lang="ar-SA" dirty="0"/>
                    </a:p>
                  </a:txBody>
                  <a:tcPr anchor="ctr">
                    <a:solidFill>
                      <a:schemeClr val="bg1">
                        <a:lumMod val="75000"/>
                      </a:schemeClr>
                    </a:solidFill>
                  </a:tcPr>
                </a:tc>
                <a:tc>
                  <a:txBody>
                    <a:bodyPr/>
                    <a:lstStyle/>
                    <a:p>
                      <a:pPr algn="ctr" rtl="1"/>
                      <a:r>
                        <a:rPr lang="en-US" dirty="0"/>
                        <a:t>Model</a:t>
                      </a:r>
                      <a:endParaRPr lang="ar-SA" dirty="0"/>
                    </a:p>
                  </a:txBody>
                  <a:tcPr>
                    <a:solidFill>
                      <a:schemeClr val="bg1">
                        <a:lumMod val="75000"/>
                      </a:schemeClr>
                    </a:solidFill>
                  </a:tcPr>
                </a:tc>
                <a:tc>
                  <a:txBody>
                    <a:bodyPr/>
                    <a:lstStyle/>
                    <a:p>
                      <a:pPr algn="ctr" rtl="1"/>
                      <a:r>
                        <a:rPr lang="ar-SA" dirty="0" err="1"/>
                        <a:t>Accuracy</a:t>
                      </a:r>
                      <a:endParaRPr lang="ar-SA" dirty="0"/>
                    </a:p>
                  </a:txBody>
                  <a:tcPr>
                    <a:solidFill>
                      <a:schemeClr val="bg1">
                        <a:lumMod val="75000"/>
                      </a:schemeClr>
                    </a:solidFill>
                  </a:tcPr>
                </a:tc>
                <a:extLst>
                  <a:ext uri="{0D108BD9-81ED-4DB2-BD59-A6C34878D82A}">
                    <a16:rowId xmlns:a16="http://schemas.microsoft.com/office/drawing/2014/main" val="1756179606"/>
                  </a:ext>
                </a:extLst>
              </a:tr>
              <a:tr h="370840">
                <a:tc>
                  <a:txBody>
                    <a:bodyPr/>
                    <a:lstStyle/>
                    <a:p>
                      <a:pPr algn="ctr" rtl="1"/>
                      <a:r>
                        <a:rPr lang="ar-SA" b="1" dirty="0" err="1"/>
                        <a:t>Zhou</a:t>
                      </a:r>
                      <a:r>
                        <a:rPr lang="ar-SA" b="1" dirty="0"/>
                        <a:t> </a:t>
                      </a:r>
                      <a:r>
                        <a:rPr lang="ar-SA" b="1" dirty="0" err="1"/>
                        <a:t>et</a:t>
                      </a:r>
                      <a:r>
                        <a:rPr lang="ar-SA" b="1" dirty="0"/>
                        <a:t> </a:t>
                      </a:r>
                      <a:r>
                        <a:rPr lang="ar-SA" b="1" dirty="0" err="1"/>
                        <a:t>al</a:t>
                      </a:r>
                      <a:r>
                        <a:rPr lang="en-US" b="1" dirty="0"/>
                        <a:t>.</a:t>
                      </a:r>
                      <a:endParaRPr lang="ar-SA" b="1" dirty="0"/>
                    </a:p>
                  </a:txBody>
                  <a:tcPr>
                    <a:solidFill>
                      <a:schemeClr val="bg1">
                        <a:lumMod val="85000"/>
                      </a:schemeClr>
                    </a:solidFill>
                  </a:tcPr>
                </a:tc>
                <a:tc>
                  <a:txBody>
                    <a:bodyPr/>
                    <a:lstStyle/>
                    <a:p>
                      <a:pPr algn="ctr" rtl="1"/>
                      <a:r>
                        <a:rPr lang="ar-SA" b="1" dirty="0" err="1"/>
                        <a:t>AdaBoost</a:t>
                      </a:r>
                      <a:endParaRPr lang="ar-SA" b="1" dirty="0"/>
                    </a:p>
                  </a:txBody>
                  <a:tcPr>
                    <a:solidFill>
                      <a:schemeClr val="bg1">
                        <a:lumMod val="85000"/>
                      </a:schemeClr>
                    </a:solidFill>
                  </a:tcPr>
                </a:tc>
                <a:tc>
                  <a:txBody>
                    <a:bodyPr/>
                    <a:lstStyle/>
                    <a:p>
                      <a:pPr algn="ctr" rtl="1"/>
                      <a:r>
                        <a:rPr lang="en-US" b="1" dirty="0"/>
                        <a:t>99.14%</a:t>
                      </a:r>
                      <a:endParaRPr lang="ar-SA" b="1" dirty="0"/>
                    </a:p>
                  </a:txBody>
                  <a:tcPr>
                    <a:solidFill>
                      <a:schemeClr val="bg1">
                        <a:lumMod val="85000"/>
                      </a:schemeClr>
                    </a:solidFill>
                  </a:tcPr>
                </a:tc>
                <a:extLst>
                  <a:ext uri="{0D108BD9-81ED-4DB2-BD59-A6C34878D82A}">
                    <a16:rowId xmlns:a16="http://schemas.microsoft.com/office/drawing/2014/main" val="1148821351"/>
                  </a:ext>
                </a:extLst>
              </a:tr>
              <a:tr h="370840">
                <a:tc>
                  <a:txBody>
                    <a:bodyPr/>
                    <a:lstStyle/>
                    <a:p>
                      <a:pPr algn="ctr" rtl="1"/>
                      <a:r>
                        <a:rPr lang="ar-SA" b="1" dirty="0" err="1"/>
                        <a:t>Hoque</a:t>
                      </a:r>
                      <a:r>
                        <a:rPr lang="ar-SA" b="1" dirty="0"/>
                        <a:t> </a:t>
                      </a:r>
                      <a:r>
                        <a:rPr lang="ar-SA" b="1" dirty="0" err="1"/>
                        <a:t>et</a:t>
                      </a:r>
                      <a:r>
                        <a:rPr lang="ar-SA" b="1" dirty="0"/>
                        <a:t> </a:t>
                      </a:r>
                      <a:r>
                        <a:rPr lang="ar-SA" b="1" dirty="0" err="1"/>
                        <a:t>al</a:t>
                      </a:r>
                      <a:r>
                        <a:rPr lang="en-US" b="1" dirty="0"/>
                        <a:t>.</a:t>
                      </a:r>
                      <a:endParaRPr lang="ar-SA" b="1" dirty="0"/>
                    </a:p>
                  </a:txBody>
                  <a:tcPr>
                    <a:solidFill>
                      <a:schemeClr val="bg1">
                        <a:lumMod val="85000"/>
                      </a:schemeClr>
                    </a:solidFill>
                  </a:tcPr>
                </a:tc>
                <a:tc>
                  <a:txBody>
                    <a:bodyPr/>
                    <a:lstStyle/>
                    <a:p>
                      <a:pPr algn="ctr" rtl="1"/>
                      <a:r>
                        <a:rPr lang="en-US" b="1" dirty="0" err="1"/>
                        <a:t>XGBoost</a:t>
                      </a:r>
                      <a:endParaRPr lang="ar-SA" b="1" dirty="0"/>
                    </a:p>
                  </a:txBody>
                  <a:tcPr>
                    <a:solidFill>
                      <a:schemeClr val="bg1">
                        <a:lumMod val="85000"/>
                      </a:schemeClr>
                    </a:solidFill>
                  </a:tcPr>
                </a:tc>
                <a:tc>
                  <a:txBody>
                    <a:bodyPr/>
                    <a:lstStyle/>
                    <a:p>
                      <a:pPr algn="ctr" rtl="1"/>
                      <a:r>
                        <a:rPr lang="en-US" b="1" dirty="0"/>
                        <a:t>94.74%</a:t>
                      </a:r>
                      <a:endParaRPr lang="ar-SA" b="1" dirty="0"/>
                    </a:p>
                  </a:txBody>
                  <a:tcPr>
                    <a:solidFill>
                      <a:schemeClr val="bg1">
                        <a:lumMod val="85000"/>
                      </a:schemeClr>
                    </a:solidFill>
                  </a:tcPr>
                </a:tc>
                <a:extLst>
                  <a:ext uri="{0D108BD9-81ED-4DB2-BD59-A6C34878D82A}">
                    <a16:rowId xmlns:a16="http://schemas.microsoft.com/office/drawing/2014/main" val="4127215528"/>
                  </a:ext>
                </a:extLst>
              </a:tr>
              <a:tr h="370840">
                <a:tc>
                  <a:txBody>
                    <a:bodyPr/>
                    <a:lstStyle/>
                    <a:p>
                      <a:pPr algn="ctr" rtl="1"/>
                      <a:r>
                        <a:rPr lang="ar-SA" b="1" dirty="0" err="1"/>
                        <a:t>Jaiswal</a:t>
                      </a:r>
                      <a:r>
                        <a:rPr lang="ar-SA" b="1" dirty="0"/>
                        <a:t> </a:t>
                      </a:r>
                      <a:r>
                        <a:rPr lang="ar-SA" b="1" dirty="0" err="1"/>
                        <a:t>et</a:t>
                      </a:r>
                      <a:r>
                        <a:rPr lang="ar-SA" b="1" dirty="0"/>
                        <a:t> </a:t>
                      </a:r>
                      <a:r>
                        <a:rPr lang="ar-SA" b="1" dirty="0" err="1"/>
                        <a:t>al</a:t>
                      </a:r>
                      <a:r>
                        <a:rPr lang="en-US" b="1" dirty="0"/>
                        <a:t>.</a:t>
                      </a:r>
                      <a:endParaRPr lang="ar-SA" b="1" dirty="0"/>
                    </a:p>
                  </a:txBody>
                  <a:tcPr>
                    <a:solidFill>
                      <a:schemeClr val="bg1">
                        <a:lumMod val="85000"/>
                      </a:schemeClr>
                    </a:solidFill>
                  </a:tcPr>
                </a:tc>
                <a:tc>
                  <a:txBody>
                    <a:bodyPr/>
                    <a:lstStyle/>
                    <a:p>
                      <a:pPr algn="ctr" rtl="1"/>
                      <a:r>
                        <a:rPr lang="en-US" b="1" dirty="0"/>
                        <a:t>I-</a:t>
                      </a:r>
                      <a:r>
                        <a:rPr lang="en-US" b="1" dirty="0" err="1"/>
                        <a:t>XGBoost</a:t>
                      </a:r>
                      <a:endParaRPr lang="ar-SA" b="1" dirty="0"/>
                    </a:p>
                  </a:txBody>
                  <a:tcPr>
                    <a:solidFill>
                      <a:schemeClr val="bg1">
                        <a:lumMod val="85000"/>
                      </a:schemeClr>
                    </a:solidFill>
                  </a:tcPr>
                </a:tc>
                <a:tc>
                  <a:txBody>
                    <a:bodyPr/>
                    <a:lstStyle/>
                    <a:p>
                      <a:pPr algn="ctr" rtl="1"/>
                      <a:r>
                        <a:rPr lang="en-US" b="1" dirty="0"/>
                        <a:t>99.84%</a:t>
                      </a:r>
                      <a:endParaRPr lang="ar-SA" b="1" dirty="0"/>
                    </a:p>
                  </a:txBody>
                  <a:tcPr>
                    <a:solidFill>
                      <a:schemeClr val="bg1">
                        <a:lumMod val="85000"/>
                      </a:schemeClr>
                    </a:solidFill>
                  </a:tcPr>
                </a:tc>
                <a:extLst>
                  <a:ext uri="{0D108BD9-81ED-4DB2-BD59-A6C34878D82A}">
                    <a16:rowId xmlns:a16="http://schemas.microsoft.com/office/drawing/2014/main" val="411867150"/>
                  </a:ext>
                </a:extLst>
              </a:tr>
            </a:tbl>
          </a:graphicData>
        </a:graphic>
      </p:graphicFrame>
    </p:spTree>
    <p:extLst>
      <p:ext uri="{BB962C8B-B14F-4D97-AF65-F5344CB8AC3E}">
        <p14:creationId xmlns:p14="http://schemas.microsoft.com/office/powerpoint/2010/main" val="136450850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1A2293-5EDB-E684-40D0-C68C9D85BF2E}"/>
              </a:ext>
            </a:extLst>
          </p:cNvPr>
          <p:cNvSpPr txBox="1"/>
          <p:nvPr/>
        </p:nvSpPr>
        <p:spPr>
          <a:xfrm>
            <a:off x="1039368" y="1755648"/>
            <a:ext cx="3209544" cy="461665"/>
          </a:xfrm>
          <a:prstGeom prst="rect">
            <a:avLst/>
          </a:prstGeom>
          <a:noFill/>
        </p:spPr>
        <p:txBody>
          <a:bodyPr wrap="square" rtlCol="1">
            <a:spAutoFit/>
          </a:bodyPr>
          <a:lstStyle/>
          <a:p>
            <a:r>
              <a:rPr lang="ar-SA" sz="2400" b="1" dirty="0" err="1"/>
              <a:t>Expected</a:t>
            </a:r>
            <a:r>
              <a:rPr lang="ar-SA" sz="2400" b="1" dirty="0"/>
              <a:t> </a:t>
            </a:r>
            <a:r>
              <a:rPr lang="ar-SA" sz="2400" b="1" dirty="0" err="1"/>
              <a:t>Outcomes</a:t>
            </a:r>
            <a:r>
              <a:rPr lang="ar-SA" sz="2400" b="1" dirty="0"/>
              <a:t>:</a:t>
            </a:r>
          </a:p>
        </p:txBody>
      </p:sp>
      <p:sp>
        <p:nvSpPr>
          <p:cNvPr id="3" name="Rectangle 1">
            <a:extLst>
              <a:ext uri="{FF2B5EF4-FFF2-40B4-BE49-F238E27FC236}">
                <a16:creationId xmlns:a16="http://schemas.microsoft.com/office/drawing/2014/main" id="{48706E8F-3582-3364-B654-0A521E3A8C33}"/>
              </a:ext>
            </a:extLst>
          </p:cNvPr>
          <p:cNvSpPr>
            <a:spLocks noChangeArrowheads="1"/>
          </p:cNvSpPr>
          <p:nvPr/>
        </p:nvSpPr>
        <p:spPr bwMode="auto">
          <a:xfrm>
            <a:off x="1039368" y="1955703"/>
            <a:ext cx="501396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ar-SA" altLang="ar-SA"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000" b="0" i="0" u="none" strike="noStrike" cap="none" normalizeH="0" baseline="0" dirty="0" err="1">
                <a:ln>
                  <a:noFill/>
                </a:ln>
                <a:solidFill>
                  <a:schemeClr val="tx1"/>
                </a:solidFill>
                <a:effectLst/>
                <a:latin typeface="Arial" panose="020B0604020202020204" pitchFamily="34" charset="0"/>
              </a:rPr>
              <a:t>Improved</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prediction</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accuracy</a:t>
            </a:r>
            <a:r>
              <a:rPr kumimoji="0" lang="ar-SA" altLang="ar-SA" sz="2000" b="0" i="0" u="none" strike="noStrike" cap="none" normalizeH="0" baseline="0" dirty="0">
                <a:ln>
                  <a:noFill/>
                </a:ln>
                <a:solidFill>
                  <a:schemeClr val="tx1"/>
                </a:solidFill>
                <a:effectLst/>
                <a:latin typeface="Arial" panose="020B0604020202020204" pitchFamily="34" charset="0"/>
              </a:rPr>
              <a:t> </a:t>
            </a:r>
            <a:r>
              <a:rPr lang="ar-SA" altLang="ar-SA" sz="2000" dirty="0">
                <a:latin typeface="Arial" panose="020B0604020202020204" pitchFamily="34" charset="0"/>
              </a:rPr>
              <a:t>.</a:t>
            </a:r>
            <a:br>
              <a:rPr lang="ar-SA" altLang="ar-SA" sz="2000" dirty="0">
                <a:latin typeface="Arial" panose="020B0604020202020204" pitchFamily="34" charset="0"/>
              </a:rPr>
            </a:br>
            <a:endParaRPr kumimoji="0" lang="ar-SA" altLang="ar-SA"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000" b="0" i="0" u="none" strike="noStrike" cap="none" normalizeH="0" baseline="0" dirty="0" err="1">
                <a:ln>
                  <a:noFill/>
                </a:ln>
                <a:solidFill>
                  <a:schemeClr val="tx1"/>
                </a:solidFill>
                <a:effectLst/>
                <a:latin typeface="Arial" panose="020B0604020202020204" pitchFamily="34" charset="0"/>
              </a:rPr>
              <a:t>Reproducible</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workflow</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using</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Galaxy</a:t>
            </a:r>
            <a:r>
              <a:rPr kumimoji="0" lang="ar-SA" altLang="ar-SA" sz="2000" b="0" i="0" u="none" strike="noStrike" cap="none" normalizeH="0" baseline="0" dirty="0">
                <a:ln>
                  <a:noFill/>
                </a:ln>
                <a:solidFill>
                  <a:schemeClr val="tx1"/>
                </a:solidFill>
                <a:effectLst/>
                <a:latin typeface="Arial" panose="020B0604020202020204" pitchFamily="34" charset="0"/>
              </a:rPr>
              <a:t>.</a:t>
            </a:r>
            <a:br>
              <a:rPr kumimoji="0" lang="ar-SA" altLang="ar-SA" sz="2000" b="0" i="0" u="none" strike="noStrike" cap="none" normalizeH="0" baseline="0" dirty="0">
                <a:ln>
                  <a:noFill/>
                </a:ln>
                <a:solidFill>
                  <a:schemeClr val="tx1"/>
                </a:solidFill>
                <a:effectLst/>
                <a:latin typeface="Arial" panose="020B0604020202020204" pitchFamily="34" charset="0"/>
              </a:rPr>
            </a:br>
            <a:r>
              <a:rPr kumimoji="0" lang="ar-SA" altLang="ar-SA" sz="20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000" b="0" i="0" u="none" strike="noStrike" cap="none" normalizeH="0" baseline="0" dirty="0" err="1">
                <a:ln>
                  <a:noFill/>
                </a:ln>
                <a:solidFill>
                  <a:schemeClr val="tx1"/>
                </a:solidFill>
                <a:effectLst/>
                <a:latin typeface="Arial" panose="020B0604020202020204" pitchFamily="34" charset="0"/>
              </a:rPr>
              <a:t>Better</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interpretability</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using</a:t>
            </a:r>
            <a:r>
              <a:rPr kumimoji="0" lang="ar-SA" altLang="ar-SA" sz="2000" b="0" i="0" u="none" strike="noStrike" cap="none" normalizeH="0" baseline="0" dirty="0">
                <a:ln>
                  <a:noFill/>
                </a:ln>
                <a:solidFill>
                  <a:schemeClr val="tx1"/>
                </a:solidFill>
                <a:effectLst/>
                <a:latin typeface="Arial" panose="020B0604020202020204" pitchFamily="34" charset="0"/>
              </a:rPr>
              <a:t> SHA</a:t>
            </a:r>
            <a:r>
              <a:rPr lang="en-US" altLang="ar-SA" sz="2000" dirty="0">
                <a:latin typeface="Arial" panose="020B0604020202020204" pitchFamily="34" charset="0"/>
              </a:rPr>
              <a:t>P.</a:t>
            </a:r>
            <a:r>
              <a:rPr kumimoji="0" lang="ar-SA" altLang="ar-SA" sz="2000" b="0" i="0" u="none" strike="noStrike" cap="none" normalizeH="0" baseline="0" dirty="0">
                <a:ln>
                  <a:noFill/>
                </a:ln>
                <a:solidFill>
                  <a:schemeClr val="tx1"/>
                </a:solidFill>
                <a:effectLst/>
                <a:latin typeface="Arial" panose="020B0604020202020204" pitchFamily="34" charset="0"/>
              </a:rPr>
              <a:t> </a:t>
            </a:r>
            <a:br>
              <a:rPr kumimoji="0" lang="ar-SA" altLang="ar-SA" sz="2000" b="0" i="0" u="none" strike="noStrike" cap="none" normalizeH="0" baseline="0" dirty="0">
                <a:ln>
                  <a:noFill/>
                </a:ln>
                <a:solidFill>
                  <a:schemeClr val="tx1"/>
                </a:solidFill>
                <a:effectLst/>
                <a:latin typeface="Arial" panose="020B0604020202020204" pitchFamily="34" charset="0"/>
              </a:rPr>
            </a:br>
            <a:endParaRPr kumimoji="0" lang="ar-SA" altLang="ar-SA"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ar-SA" altLang="ar-SA" sz="2000" b="0" i="0" u="none" strike="noStrike" cap="none" normalizeH="0" baseline="0" dirty="0" err="1">
                <a:ln>
                  <a:noFill/>
                </a:ln>
                <a:solidFill>
                  <a:schemeClr val="tx1"/>
                </a:solidFill>
                <a:effectLst/>
                <a:latin typeface="Arial" panose="020B0604020202020204" pitchFamily="34" charset="0"/>
              </a:rPr>
              <a:t>Potential</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clinical</a:t>
            </a:r>
            <a:r>
              <a:rPr kumimoji="0" lang="ar-SA" altLang="ar-SA" sz="2000" b="0" i="0" u="none" strike="noStrike" cap="none" normalizeH="0" baseline="0" dirty="0">
                <a:ln>
                  <a:noFill/>
                </a:ln>
                <a:solidFill>
                  <a:schemeClr val="tx1"/>
                </a:solidFill>
                <a:effectLst/>
                <a:latin typeface="Arial" panose="020B0604020202020204" pitchFamily="34" charset="0"/>
              </a:rPr>
              <a:t> </a:t>
            </a:r>
            <a:r>
              <a:rPr kumimoji="0" lang="ar-SA" altLang="ar-SA" sz="2000" b="0" i="0" u="none" strike="noStrike" cap="none" normalizeH="0" baseline="0" dirty="0" err="1">
                <a:ln>
                  <a:noFill/>
                </a:ln>
                <a:solidFill>
                  <a:schemeClr val="tx1"/>
                </a:solidFill>
                <a:effectLst/>
                <a:latin typeface="Arial" panose="020B0604020202020204" pitchFamily="34" charset="0"/>
              </a:rPr>
              <a:t>applications</a:t>
            </a:r>
            <a:r>
              <a:rPr lang="ar-SA" altLang="ar-SA" sz="2000" dirty="0">
                <a:latin typeface="Arial" panose="020B0604020202020204" pitchFamily="34" charset="0"/>
              </a:rPr>
              <a:t>.</a:t>
            </a:r>
            <a:endParaRPr kumimoji="0" lang="ar-SA" altLang="ar-SA" sz="20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D9569B5D-EC6F-4209-3E23-17BE56381F86}"/>
              </a:ext>
            </a:extLst>
          </p:cNvPr>
          <p:cNvSpPr txBox="1"/>
          <p:nvPr/>
        </p:nvSpPr>
        <p:spPr>
          <a:xfrm>
            <a:off x="7815072" y="1724870"/>
            <a:ext cx="1868424" cy="461665"/>
          </a:xfrm>
          <a:prstGeom prst="rect">
            <a:avLst/>
          </a:prstGeom>
          <a:noFill/>
        </p:spPr>
        <p:txBody>
          <a:bodyPr wrap="square">
            <a:spAutoFit/>
          </a:bodyPr>
          <a:lstStyle/>
          <a:p>
            <a:r>
              <a:rPr lang="ar-SA" sz="2400" b="1" dirty="0" err="1"/>
              <a:t>Limitations</a:t>
            </a:r>
            <a:r>
              <a:rPr lang="ar-SA" sz="2400" b="1" dirty="0"/>
              <a:t>:</a:t>
            </a:r>
          </a:p>
        </p:txBody>
      </p:sp>
      <p:sp>
        <p:nvSpPr>
          <p:cNvPr id="6" name="Subtitle 2">
            <a:extLst>
              <a:ext uri="{FF2B5EF4-FFF2-40B4-BE49-F238E27FC236}">
                <a16:creationId xmlns:a16="http://schemas.microsoft.com/office/drawing/2014/main" id="{0D7F0357-AF4F-20D0-7ECB-10993A6BF480}"/>
              </a:ext>
            </a:extLst>
          </p:cNvPr>
          <p:cNvSpPr txBox="1">
            <a:spLocks/>
          </p:cNvSpPr>
          <p:nvPr/>
        </p:nvSpPr>
        <p:spPr>
          <a:xfrm>
            <a:off x="7473696" y="2186535"/>
            <a:ext cx="3678936" cy="219491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ar-SA" sz="2000" dirty="0" err="1"/>
              <a:t>Dataset</a:t>
            </a:r>
            <a:r>
              <a:rPr lang="ar-SA" sz="2000" dirty="0"/>
              <a:t> </a:t>
            </a:r>
            <a:r>
              <a:rPr lang="ar-SA" sz="2000" dirty="0" err="1"/>
              <a:t>bias</a:t>
            </a:r>
            <a:r>
              <a:rPr lang="ar-SA" sz="2000" dirty="0"/>
              <a:t> .</a:t>
            </a:r>
          </a:p>
          <a:p>
            <a:pPr marL="0" indent="0">
              <a:buNone/>
            </a:pPr>
            <a:endParaRPr lang="ar-SA" sz="2000" dirty="0"/>
          </a:p>
          <a:p>
            <a:pPr marL="342900" indent="-342900"/>
            <a:r>
              <a:rPr lang="ar-SA" sz="2000" dirty="0" err="1"/>
              <a:t>Overfitting</a:t>
            </a:r>
            <a:r>
              <a:rPr lang="ar-SA" sz="2000" dirty="0"/>
              <a:t> </a:t>
            </a:r>
            <a:r>
              <a:rPr lang="ar-SA" sz="2000" dirty="0" err="1"/>
              <a:t>concerns</a:t>
            </a:r>
            <a:r>
              <a:rPr lang="ar-SA" sz="2000" dirty="0"/>
              <a:t>. </a:t>
            </a:r>
          </a:p>
          <a:p>
            <a:pPr marL="0" indent="0">
              <a:buNone/>
            </a:pPr>
            <a:endParaRPr lang="ar-SA" sz="2000" dirty="0"/>
          </a:p>
          <a:p>
            <a:pPr marL="342900" indent="-342900"/>
            <a:r>
              <a:rPr lang="ar-SA" sz="2000" dirty="0" err="1"/>
              <a:t>Limited</a:t>
            </a:r>
            <a:r>
              <a:rPr lang="ar-SA" sz="2000" dirty="0"/>
              <a:t> </a:t>
            </a:r>
            <a:r>
              <a:rPr lang="ar-SA" sz="2000" dirty="0" err="1"/>
              <a:t>external</a:t>
            </a:r>
            <a:r>
              <a:rPr lang="ar-SA" sz="2000" dirty="0"/>
              <a:t> </a:t>
            </a:r>
            <a:r>
              <a:rPr lang="ar-SA" sz="2000" dirty="0" err="1"/>
              <a:t>validation</a:t>
            </a:r>
            <a:r>
              <a:rPr lang="ar-SA" sz="2000" dirty="0"/>
              <a:t>.</a:t>
            </a:r>
          </a:p>
        </p:txBody>
      </p:sp>
    </p:spTree>
    <p:extLst>
      <p:ext uri="{BB962C8B-B14F-4D97-AF65-F5344CB8AC3E}">
        <p14:creationId xmlns:p14="http://schemas.microsoft.com/office/powerpoint/2010/main" val="818661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2FE40CF-6A19-8D4A-0367-33DB8369FD16}"/>
              </a:ext>
            </a:extLst>
          </p:cNvPr>
          <p:cNvSpPr txBox="1"/>
          <p:nvPr/>
        </p:nvSpPr>
        <p:spPr>
          <a:xfrm>
            <a:off x="1029081" y="1708142"/>
            <a:ext cx="1890522" cy="461665"/>
          </a:xfrm>
          <a:prstGeom prst="rect">
            <a:avLst/>
          </a:prstGeom>
          <a:noFill/>
        </p:spPr>
        <p:txBody>
          <a:bodyPr wrap="square">
            <a:spAutoFit/>
          </a:bodyPr>
          <a:lstStyle/>
          <a:p>
            <a:pPr algn="ctr"/>
            <a:r>
              <a:rPr lang="ar-SA" sz="2400" b="1" dirty="0" err="1"/>
              <a:t>Conclusion</a:t>
            </a:r>
            <a:r>
              <a:rPr lang="ar-SA" sz="2400" b="1" dirty="0"/>
              <a:t>:</a:t>
            </a:r>
          </a:p>
        </p:txBody>
      </p:sp>
      <p:sp>
        <p:nvSpPr>
          <p:cNvPr id="7" name="TextBox 6">
            <a:extLst>
              <a:ext uri="{FF2B5EF4-FFF2-40B4-BE49-F238E27FC236}">
                <a16:creationId xmlns:a16="http://schemas.microsoft.com/office/drawing/2014/main" id="{AF38DF83-48BE-0DB3-019D-B17C32944DC0}"/>
              </a:ext>
            </a:extLst>
          </p:cNvPr>
          <p:cNvSpPr txBox="1"/>
          <p:nvPr/>
        </p:nvSpPr>
        <p:spPr>
          <a:xfrm>
            <a:off x="873633" y="2274838"/>
            <a:ext cx="6094476" cy="2308324"/>
          </a:xfrm>
          <a:prstGeom prst="rect">
            <a:avLst/>
          </a:prstGeom>
          <a:noFill/>
        </p:spPr>
        <p:txBody>
          <a:bodyPr wrap="square">
            <a:spAutoFit/>
          </a:bodyPr>
          <a:lstStyle/>
          <a:p>
            <a:pPr marL="285750" indent="-285750">
              <a:buFont typeface="Arial" panose="020B0604020202020204" pitchFamily="34" charset="0"/>
              <a:buChar char="•"/>
            </a:pPr>
            <a:r>
              <a:rPr lang="ar-SA" dirty="0" err="1"/>
              <a:t>XGBoost</a:t>
            </a:r>
            <a:r>
              <a:rPr lang="ar-SA" dirty="0"/>
              <a:t> </a:t>
            </a:r>
            <a:r>
              <a:rPr lang="ar-SA" dirty="0" err="1"/>
              <a:t>shows</a:t>
            </a:r>
            <a:r>
              <a:rPr lang="ar-SA" dirty="0"/>
              <a:t> </a:t>
            </a:r>
            <a:r>
              <a:rPr lang="ar-SA" dirty="0" err="1"/>
              <a:t>strong</a:t>
            </a:r>
            <a:r>
              <a:rPr lang="ar-SA" dirty="0"/>
              <a:t> </a:t>
            </a:r>
            <a:r>
              <a:rPr lang="ar-SA" dirty="0" err="1"/>
              <a:t>potential</a:t>
            </a:r>
            <a:r>
              <a:rPr lang="ar-SA" dirty="0"/>
              <a:t> </a:t>
            </a:r>
            <a:r>
              <a:rPr lang="ar-SA" dirty="0" err="1"/>
              <a:t>for</a:t>
            </a:r>
            <a:r>
              <a:rPr lang="ar-SA" dirty="0"/>
              <a:t> </a:t>
            </a:r>
            <a:r>
              <a:rPr lang="ar-SA" dirty="0" err="1"/>
              <a:t>breast</a:t>
            </a:r>
            <a:r>
              <a:rPr lang="ar-SA" dirty="0"/>
              <a:t> </a:t>
            </a:r>
            <a:r>
              <a:rPr lang="ar-SA" dirty="0" err="1"/>
              <a:t>cancer</a:t>
            </a:r>
            <a:r>
              <a:rPr lang="ar-SA" dirty="0"/>
              <a:t> </a:t>
            </a:r>
            <a:r>
              <a:rPr lang="ar-SA" dirty="0" err="1"/>
              <a:t>prediction</a:t>
            </a:r>
            <a:r>
              <a:rPr lang="ar-SA" dirty="0"/>
              <a:t> </a:t>
            </a:r>
            <a:r>
              <a:rPr lang="en-US" dirty="0"/>
              <a:t>.</a:t>
            </a:r>
          </a:p>
          <a:p>
            <a:endParaRPr lang="ar-SA" dirty="0"/>
          </a:p>
          <a:p>
            <a:pPr marL="285750" indent="-285750">
              <a:buFont typeface="Arial" panose="020B0604020202020204" pitchFamily="34" charset="0"/>
              <a:buChar char="•"/>
            </a:pPr>
            <a:r>
              <a:rPr lang="ar-SA" dirty="0" err="1"/>
              <a:t>Reproducible</a:t>
            </a:r>
            <a:r>
              <a:rPr lang="ar-SA" dirty="0"/>
              <a:t> </a:t>
            </a:r>
            <a:r>
              <a:rPr lang="ar-SA" dirty="0" err="1"/>
              <a:t>workflows</a:t>
            </a:r>
            <a:r>
              <a:rPr lang="ar-SA" dirty="0"/>
              <a:t> </a:t>
            </a:r>
            <a:r>
              <a:rPr lang="ar-SA" dirty="0" err="1"/>
              <a:t>are</a:t>
            </a:r>
            <a:r>
              <a:rPr lang="ar-SA" dirty="0"/>
              <a:t> </a:t>
            </a:r>
            <a:r>
              <a:rPr lang="ar-SA" dirty="0" err="1"/>
              <a:t>important</a:t>
            </a:r>
            <a:r>
              <a:rPr lang="ar-SA" dirty="0"/>
              <a:t> </a:t>
            </a:r>
            <a:r>
              <a:rPr lang="ar-SA" dirty="0" err="1"/>
              <a:t>in</a:t>
            </a:r>
            <a:r>
              <a:rPr lang="ar-SA" dirty="0"/>
              <a:t> </a:t>
            </a:r>
            <a:r>
              <a:rPr lang="ar-SA" dirty="0" err="1"/>
              <a:t>bioinformatics</a:t>
            </a:r>
            <a:r>
              <a:rPr lang="en-US" dirty="0"/>
              <a:t>.</a:t>
            </a:r>
            <a:r>
              <a:rPr lang="ar-SA" dirty="0"/>
              <a:t> </a:t>
            </a:r>
            <a:endParaRPr lang="en-US" dirty="0"/>
          </a:p>
          <a:p>
            <a:endParaRPr lang="ar-SA" dirty="0"/>
          </a:p>
          <a:p>
            <a:pPr marL="285750" indent="-285750">
              <a:buFont typeface="Arial" panose="020B0604020202020204" pitchFamily="34" charset="0"/>
              <a:buChar char="•"/>
            </a:pPr>
            <a:r>
              <a:rPr lang="ar-SA" dirty="0" err="1"/>
              <a:t>Future</a:t>
            </a:r>
            <a:r>
              <a:rPr lang="ar-SA" dirty="0"/>
              <a:t> </a:t>
            </a:r>
            <a:r>
              <a:rPr lang="ar-SA" dirty="0" err="1"/>
              <a:t>work</a:t>
            </a:r>
            <a:r>
              <a:rPr lang="ar-SA" dirty="0"/>
              <a:t> </a:t>
            </a:r>
            <a:r>
              <a:rPr lang="ar-SA" dirty="0" err="1"/>
              <a:t>should</a:t>
            </a:r>
            <a:r>
              <a:rPr lang="ar-SA" dirty="0"/>
              <a:t> </a:t>
            </a:r>
            <a:r>
              <a:rPr lang="ar-SA" dirty="0" err="1"/>
              <a:t>focus</a:t>
            </a:r>
            <a:r>
              <a:rPr lang="ar-SA" dirty="0"/>
              <a:t> </a:t>
            </a:r>
            <a:r>
              <a:rPr lang="ar-SA" dirty="0" err="1"/>
              <a:t>on</a:t>
            </a:r>
            <a:r>
              <a:rPr lang="ar-SA" dirty="0"/>
              <a:t> </a:t>
            </a:r>
            <a:r>
              <a:rPr lang="ar-SA" dirty="0" err="1"/>
              <a:t>interpretability</a:t>
            </a:r>
            <a:r>
              <a:rPr lang="ar-SA" dirty="0"/>
              <a:t> </a:t>
            </a:r>
            <a:r>
              <a:rPr lang="ar-SA" dirty="0" err="1"/>
              <a:t>and</a:t>
            </a:r>
            <a:r>
              <a:rPr lang="ar-SA" dirty="0"/>
              <a:t> </a:t>
            </a:r>
            <a:r>
              <a:rPr lang="ar-SA" dirty="0" err="1"/>
              <a:t>clinical</a:t>
            </a:r>
            <a:r>
              <a:rPr lang="ar-SA" dirty="0"/>
              <a:t> </a:t>
            </a:r>
            <a:r>
              <a:rPr lang="ar-SA" dirty="0" err="1"/>
              <a:t>validation</a:t>
            </a:r>
            <a:r>
              <a:rPr lang="en-US" dirty="0"/>
              <a:t>.</a:t>
            </a:r>
            <a:endParaRPr lang="ar-SA" dirty="0"/>
          </a:p>
        </p:txBody>
      </p:sp>
    </p:spTree>
    <p:extLst>
      <p:ext uri="{BB962C8B-B14F-4D97-AF65-F5344CB8AC3E}">
        <p14:creationId xmlns:p14="http://schemas.microsoft.com/office/powerpoint/2010/main" val="3105120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27EBAF-C391-BEF3-3EEE-0C1EF785C392}"/>
              </a:ext>
            </a:extLst>
          </p:cNvPr>
          <p:cNvSpPr txBox="1"/>
          <p:nvPr/>
        </p:nvSpPr>
        <p:spPr>
          <a:xfrm>
            <a:off x="3048762" y="2736502"/>
            <a:ext cx="6094476" cy="1384995"/>
          </a:xfrm>
          <a:prstGeom prst="rect">
            <a:avLst/>
          </a:prstGeom>
          <a:noFill/>
        </p:spPr>
        <p:txBody>
          <a:bodyPr wrap="square">
            <a:spAutoFit/>
          </a:bodyPr>
          <a:lstStyle/>
          <a:p>
            <a:pPr algn="ctr"/>
            <a:r>
              <a:rPr lang="ar-SA" sz="2800" b="1" dirty="0" err="1"/>
              <a:t>Thank</a:t>
            </a:r>
            <a:r>
              <a:rPr lang="ar-SA" sz="2800" b="1" dirty="0"/>
              <a:t> </a:t>
            </a:r>
            <a:r>
              <a:rPr lang="ar-SA" sz="2800" b="1" dirty="0" err="1"/>
              <a:t>you</a:t>
            </a:r>
            <a:r>
              <a:rPr lang="ar-SA" sz="2800" b="1" dirty="0"/>
              <a:t> </a:t>
            </a:r>
            <a:r>
              <a:rPr lang="ar-SA" sz="2800" b="1" dirty="0" err="1"/>
              <a:t>for</a:t>
            </a:r>
            <a:r>
              <a:rPr lang="ar-SA" sz="2800" b="1" dirty="0"/>
              <a:t> </a:t>
            </a:r>
            <a:r>
              <a:rPr lang="ar-SA" sz="2800" b="1" dirty="0" err="1"/>
              <a:t>listening</a:t>
            </a:r>
            <a:r>
              <a:rPr lang="ar-SA" sz="2800" b="1" dirty="0"/>
              <a:t>. </a:t>
            </a:r>
          </a:p>
          <a:p>
            <a:pPr algn="ctr"/>
            <a:endParaRPr lang="ar-SA" sz="2800" b="1" dirty="0"/>
          </a:p>
          <a:p>
            <a:pPr algn="ctr"/>
            <a:r>
              <a:rPr lang="ar-SA" sz="2800" b="1" dirty="0"/>
              <a:t>I </a:t>
            </a:r>
            <a:r>
              <a:rPr lang="ar-SA" sz="2800" b="1" dirty="0" err="1"/>
              <a:t>welcome</a:t>
            </a:r>
            <a:r>
              <a:rPr lang="ar-SA" sz="2800" b="1" dirty="0"/>
              <a:t> </a:t>
            </a:r>
            <a:r>
              <a:rPr lang="ar-SA" sz="2800" b="1" dirty="0" err="1"/>
              <a:t>any</a:t>
            </a:r>
            <a:r>
              <a:rPr lang="ar-SA" sz="2800" b="1" dirty="0"/>
              <a:t> </a:t>
            </a:r>
            <a:r>
              <a:rPr lang="ar-SA" sz="2800" b="1" dirty="0" err="1"/>
              <a:t>questions</a:t>
            </a:r>
            <a:endParaRPr lang="ar-SA" sz="2800" b="1" dirty="0"/>
          </a:p>
        </p:txBody>
      </p:sp>
    </p:spTree>
    <p:extLst>
      <p:ext uri="{BB962C8B-B14F-4D97-AF65-F5344CB8AC3E}">
        <p14:creationId xmlns:p14="http://schemas.microsoft.com/office/powerpoint/2010/main" val="1567614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797</TotalTime>
  <Words>286</Words>
  <Application>Microsoft Office PowerPoint</Application>
  <PresentationFormat>Widescreen</PresentationFormat>
  <Paragraphs>70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Afnan Alkhaibari</dc:creator>
  <cp:lastModifiedBy>Afnan Alkhaibari</cp:lastModifiedBy>
  <cp:revision>1</cp:revision>
  <dcterms:created xsi:type="dcterms:W3CDTF">2026-05-25T06:04:13Z</dcterms:created>
  <dcterms:modified xsi:type="dcterms:W3CDTF">2026-05-26T16:24:45Z</dcterms:modified>
</cp:coreProperties>
</file>